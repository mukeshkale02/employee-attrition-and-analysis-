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325" r:id="rId5"/>
    <p:sldId id="326" r:id="rId6"/>
    <p:sldId id="327" r:id="rId7"/>
    <p:sldId id="328" r:id="rId8"/>
    <p:sldId id="340" r:id="rId9"/>
    <p:sldId id="341" r:id="rId10"/>
    <p:sldId id="342" r:id="rId11"/>
    <p:sldId id="343" r:id="rId12"/>
    <p:sldId id="344" r:id="rId13"/>
    <p:sldId id="345" r:id="rId14"/>
    <p:sldId id="346" r:id="rId15"/>
    <p:sldId id="347" r:id="rId16"/>
    <p:sldId id="329" r:id="rId17"/>
    <p:sldId id="330" r:id="rId18"/>
    <p:sldId id="331" r:id="rId19"/>
    <p:sldId id="334" r:id="rId20"/>
    <p:sldId id="335" r:id="rId21"/>
    <p:sldId id="33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05" autoAdjust="0"/>
  </p:normalViewPr>
  <p:slideViewPr>
    <p:cSldViewPr snapToGrid="0">
      <p:cViewPr varScale="1">
        <p:scale>
          <a:sx n="81" d="100"/>
          <a:sy n="81" d="100"/>
        </p:scale>
        <p:origin x="91" y="91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cap="all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aytona Pro Condensed Light" panose="020B030603050304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Q4</c:v>
                </c:pt>
                <c:pt idx="1">
                  <c:v>Q3</c:v>
                </c:pt>
                <c:pt idx="2">
                  <c:v>Q2</c:v>
                </c:pt>
                <c:pt idx="3">
                  <c:v>Q1</c:v>
                </c:pt>
              </c:strCache>
            </c:strRef>
          </c:cat>
          <c:val>
            <c:numRef>
              <c:f>Sheet1!$B$2:$B$5</c:f>
              <c:numCache>
                <c:formatCode>_(* #,##0.0_);_(* \(#,##0.0\);_(* "-"??_);_(@_)</c:formatCode>
                <c:ptCount val="4"/>
                <c:pt idx="0">
                  <c:v>4.5</c:v>
                </c:pt>
                <c:pt idx="1">
                  <c:v>3.5</c:v>
                </c:pt>
                <c:pt idx="2">
                  <c:v>2.5</c:v>
                </c:pt>
                <c:pt idx="3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5A-4DC1-BE56-D923280050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cap="all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aytona Pro Condensed Light" panose="020B030603050304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Q4</c:v>
                </c:pt>
                <c:pt idx="1">
                  <c:v>Q3</c:v>
                </c:pt>
                <c:pt idx="2">
                  <c:v>Q2</c:v>
                </c:pt>
                <c:pt idx="3">
                  <c:v>Q1</c:v>
                </c:pt>
              </c:strCache>
            </c:strRef>
          </c:cat>
          <c:val>
            <c:numRef>
              <c:f>Sheet1!$C$2:$C$5</c:f>
              <c:numCache>
                <c:formatCode>_(* #,##0.0_);_(* \(#,##0.0\);_(* "-"??_);_(@_)</c:formatCode>
                <c:ptCount val="4"/>
                <c:pt idx="0">
                  <c:v>2.8</c:v>
                </c:pt>
                <c:pt idx="1">
                  <c:v>1.8</c:v>
                </c:pt>
                <c:pt idx="2">
                  <c:v>4.4000000000000004</c:v>
                </c:pt>
                <c:pt idx="3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5A-4DC1-BE56-D923280050C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cap="all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Daytona Pro Condensed Light" panose="020B0306030503040204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Q4</c:v>
                </c:pt>
                <c:pt idx="1">
                  <c:v>Q3</c:v>
                </c:pt>
                <c:pt idx="2">
                  <c:v>Q2</c:v>
                </c:pt>
                <c:pt idx="3">
                  <c:v>Q1</c:v>
                </c:pt>
              </c:strCache>
            </c:strRef>
          </c:cat>
          <c:val>
            <c:numRef>
              <c:f>Sheet1!$D$2:$D$5</c:f>
              <c:numCache>
                <c:formatCode>_(* #,##0.0_);_(* \(#,##0.0\);_(* "-"??_);_(@_)</c:formatCode>
                <c:ptCount val="4"/>
                <c:pt idx="0">
                  <c:v>5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5A-4DC1-BE56-D923280050C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11705064"/>
        <c:axId val="1111706704"/>
      </c:barChart>
      <c:catAx>
        <c:axId val="11117050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Daytona Pro Condensed Light" panose="020B0306030503040204" pitchFamily="34" charset="0"/>
                <a:ea typeface="+mn-ea"/>
                <a:cs typeface="+mn-cs"/>
              </a:defRPr>
            </a:pPr>
            <a:endParaRPr lang="en-US"/>
          </a:p>
        </c:txPr>
        <c:crossAx val="1111706704"/>
        <c:crosses val="autoZero"/>
        <c:auto val="1"/>
        <c:lblAlgn val="ctr"/>
        <c:lblOffset val="100"/>
        <c:noMultiLvlLbl val="0"/>
      </c:catAx>
      <c:valAx>
        <c:axId val="11117067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_);_(* \(#,##0.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Daytona Pro Condensed Light" panose="020B0306030503040204" pitchFamily="34" charset="0"/>
                <a:ea typeface="+mn-ea"/>
                <a:cs typeface="+mn-cs"/>
              </a:defRPr>
            </a:pPr>
            <a:endParaRPr lang="en-US"/>
          </a:p>
        </c:txPr>
        <c:crossAx val="11117050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Daytona Pro Condensed Light" panose="020B030603050304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 cap="all" baseline="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3CD08E-1D30-4D7D-8DD5-292CB43FD00D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B7E51960-9682-426F-99ED-B26A553F82BD}">
      <dgm:prSet phldrT="[Text]"/>
      <dgm:spPr>
        <a:solidFill>
          <a:srgbClr val="FF0000"/>
        </a:solidFill>
      </dgm:spPr>
      <dgm:t>
        <a:bodyPr/>
        <a:lstStyle/>
        <a:p>
          <a:r>
            <a:rPr lang="en-US" b="1" u="sng" dirty="0"/>
            <a:t>EMPLOYEE</a:t>
          </a:r>
        </a:p>
      </dgm:t>
    </dgm:pt>
    <dgm:pt modelId="{8AB097D2-3426-45B5-A8DB-5142EECC48C3}" type="parTrans" cxnId="{D6FDA14E-C23D-4160-9B78-90A4B6D82EF2}">
      <dgm:prSet/>
      <dgm:spPr/>
      <dgm:t>
        <a:bodyPr/>
        <a:lstStyle/>
        <a:p>
          <a:endParaRPr lang="en-US"/>
        </a:p>
      </dgm:t>
    </dgm:pt>
    <dgm:pt modelId="{4F006788-2E2E-4020-8D40-02011B009FDC}" type="sibTrans" cxnId="{D6FDA14E-C23D-4160-9B78-90A4B6D82EF2}">
      <dgm:prSet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endParaRPr lang="en-US"/>
        </a:p>
      </dgm:t>
    </dgm:pt>
    <dgm:pt modelId="{49A81D26-43B4-43B3-90D3-266FE0E52C88}">
      <dgm:prSet phldrT="[Text]"/>
      <dgm:spPr>
        <a:solidFill>
          <a:srgbClr val="FF0000"/>
        </a:solidFill>
      </dgm:spPr>
      <dgm:t>
        <a:bodyPr/>
        <a:lstStyle/>
        <a:p>
          <a:r>
            <a:rPr lang="en-US" dirty="0"/>
            <a:t>DATA COLLECTION &amp; BUSSINESS UNDERSTANDING</a:t>
          </a:r>
        </a:p>
      </dgm:t>
    </dgm:pt>
    <dgm:pt modelId="{BCFAB2CC-8DE0-4401-997E-C8D166FDEA73}" type="parTrans" cxnId="{B200CDE8-C295-4E8E-BBB0-818E7611CAD0}">
      <dgm:prSet/>
      <dgm:spPr/>
      <dgm:t>
        <a:bodyPr/>
        <a:lstStyle/>
        <a:p>
          <a:endParaRPr lang="en-US"/>
        </a:p>
      </dgm:t>
    </dgm:pt>
    <dgm:pt modelId="{8552B2BC-7452-468A-A368-BF59730AC4AF}" type="sibTrans" cxnId="{B200CDE8-C295-4E8E-BBB0-818E7611CAD0}">
      <dgm:prSet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endParaRPr lang="en-US"/>
        </a:p>
      </dgm:t>
    </dgm:pt>
    <dgm:pt modelId="{519FD521-A791-4294-8364-61630448FB24}">
      <dgm:prSet phldrT="[Text]"/>
      <dgm:spPr>
        <a:solidFill>
          <a:srgbClr val="FF0000"/>
        </a:solidFill>
      </dgm:spPr>
      <dgm:t>
        <a:bodyPr/>
        <a:lstStyle/>
        <a:p>
          <a:r>
            <a:rPr lang="en-US" dirty="0"/>
            <a:t>DATA PREPROSESING </a:t>
          </a:r>
        </a:p>
      </dgm:t>
    </dgm:pt>
    <dgm:pt modelId="{FFD7FB9D-AFF5-4CE5-A326-594022D4DD0A}" type="parTrans" cxnId="{7D81F2CC-56BC-4C82-A994-507245840754}">
      <dgm:prSet/>
      <dgm:spPr/>
      <dgm:t>
        <a:bodyPr/>
        <a:lstStyle/>
        <a:p>
          <a:endParaRPr lang="en-US"/>
        </a:p>
      </dgm:t>
    </dgm:pt>
    <dgm:pt modelId="{5FF6F126-0A6F-4FFA-BCB2-2108DBA758EE}" type="sibTrans" cxnId="{7D81F2CC-56BC-4C82-A994-507245840754}">
      <dgm:prSet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endParaRPr lang="en-US"/>
        </a:p>
      </dgm:t>
    </dgm:pt>
    <dgm:pt modelId="{0200E05D-3606-42AC-8407-CC447E0BFA3A}">
      <dgm:prSet phldrT="[Text]"/>
      <dgm:spPr>
        <a:solidFill>
          <a:srgbClr val="FF0000"/>
        </a:solidFill>
      </dgm:spPr>
      <dgm:t>
        <a:bodyPr/>
        <a:lstStyle/>
        <a:p>
          <a:r>
            <a:rPr lang="en-US" dirty="0"/>
            <a:t>EXPLORATORY DATA ANYLYSIS</a:t>
          </a:r>
        </a:p>
      </dgm:t>
    </dgm:pt>
    <dgm:pt modelId="{5216E9DB-8F19-4912-AC88-B8F09AABEF75}" type="parTrans" cxnId="{356CC881-C52A-4791-8944-080209FE8C28}">
      <dgm:prSet/>
      <dgm:spPr/>
      <dgm:t>
        <a:bodyPr/>
        <a:lstStyle/>
        <a:p>
          <a:endParaRPr lang="en-US"/>
        </a:p>
      </dgm:t>
    </dgm:pt>
    <dgm:pt modelId="{324184CC-19A1-420C-9438-5250E2ADA2B7}" type="sibTrans" cxnId="{356CC881-C52A-4791-8944-080209FE8C28}">
      <dgm:prSet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endParaRPr lang="en-US"/>
        </a:p>
      </dgm:t>
    </dgm:pt>
    <dgm:pt modelId="{1E981049-AA03-42DC-9A7C-12CABA3A6848}">
      <dgm:prSet phldrT="[Text]"/>
      <dgm:spPr>
        <a:solidFill>
          <a:srgbClr val="FF0000"/>
        </a:solidFill>
      </dgm:spPr>
      <dgm:t>
        <a:bodyPr/>
        <a:lstStyle/>
        <a:p>
          <a:r>
            <a:rPr lang="en-US" dirty="0"/>
            <a:t>MODEL SELECTION &amp; TRANING</a:t>
          </a:r>
        </a:p>
      </dgm:t>
    </dgm:pt>
    <dgm:pt modelId="{398DDEB4-9A48-4410-BC18-96AFBBBCB833}" type="parTrans" cxnId="{43ECC73F-0EE0-481C-8023-3A6201491326}">
      <dgm:prSet/>
      <dgm:spPr/>
      <dgm:t>
        <a:bodyPr/>
        <a:lstStyle/>
        <a:p>
          <a:endParaRPr lang="en-US"/>
        </a:p>
      </dgm:t>
    </dgm:pt>
    <dgm:pt modelId="{0C97DE2D-D0AF-4BD3-9DD6-384414FFBE86}" type="sibTrans" cxnId="{43ECC73F-0EE0-481C-8023-3A6201491326}">
      <dgm:prSet/>
      <dgm:spPr>
        <a:solidFill>
          <a:schemeClr val="tx1">
            <a:lumMod val="95000"/>
            <a:lumOff val="5000"/>
          </a:schemeClr>
        </a:solidFill>
      </dgm:spPr>
      <dgm:t>
        <a:bodyPr/>
        <a:lstStyle/>
        <a:p>
          <a:endParaRPr lang="en-US"/>
        </a:p>
      </dgm:t>
    </dgm:pt>
    <dgm:pt modelId="{8F6DCE42-9925-4DE8-A45F-D33BC921B860}">
      <dgm:prSet phldrT="[Text]"/>
      <dgm:spPr>
        <a:solidFill>
          <a:srgbClr val="FF0000"/>
        </a:solidFill>
      </dgm:spPr>
      <dgm:t>
        <a:bodyPr/>
        <a:lstStyle/>
        <a:p>
          <a:r>
            <a:rPr lang="en-US" dirty="0"/>
            <a:t>TEST &amp; EVALUATE THE MODEL</a:t>
          </a:r>
        </a:p>
      </dgm:t>
    </dgm:pt>
    <dgm:pt modelId="{922103A9-9211-433E-A5F1-D8C72FB12BAE}" type="parTrans" cxnId="{ECA0E90E-D215-4078-9C9A-AD33E2291595}">
      <dgm:prSet/>
      <dgm:spPr/>
      <dgm:t>
        <a:bodyPr/>
        <a:lstStyle/>
        <a:p>
          <a:endParaRPr lang="en-US"/>
        </a:p>
      </dgm:t>
    </dgm:pt>
    <dgm:pt modelId="{398A1613-903C-40E8-A649-3F789335D8CA}" type="sibTrans" cxnId="{ECA0E90E-D215-4078-9C9A-AD33E2291595}">
      <dgm:prSet/>
      <dgm:spPr/>
      <dgm:t>
        <a:bodyPr/>
        <a:lstStyle/>
        <a:p>
          <a:endParaRPr lang="en-US"/>
        </a:p>
      </dgm:t>
    </dgm:pt>
    <dgm:pt modelId="{1138962A-15E7-4CD1-9C85-2A3940CC2CFE}" type="pres">
      <dgm:prSet presAssocID="{9D3CD08E-1D30-4D7D-8DD5-292CB43FD00D}" presName="Name0" presStyleCnt="0">
        <dgm:presLayoutVars>
          <dgm:dir/>
          <dgm:resizeHandles val="exact"/>
        </dgm:presLayoutVars>
      </dgm:prSet>
      <dgm:spPr/>
    </dgm:pt>
    <dgm:pt modelId="{FB9BE9B4-69D2-40AD-B707-B3779E54840D}" type="pres">
      <dgm:prSet presAssocID="{B7E51960-9682-426F-99ED-B26A553F82BD}" presName="node" presStyleLbl="node1" presStyleIdx="0" presStyleCnt="6">
        <dgm:presLayoutVars>
          <dgm:bulletEnabled val="1"/>
        </dgm:presLayoutVars>
      </dgm:prSet>
      <dgm:spPr/>
    </dgm:pt>
    <dgm:pt modelId="{CF721D0E-65E2-427D-88B3-DCAE03E196A9}" type="pres">
      <dgm:prSet presAssocID="{4F006788-2E2E-4020-8D40-02011B009FDC}" presName="sibTrans" presStyleLbl="sibTrans2D1" presStyleIdx="0" presStyleCnt="5"/>
      <dgm:spPr/>
    </dgm:pt>
    <dgm:pt modelId="{6FE4C7D9-22AF-4159-A684-AC84262DD5D7}" type="pres">
      <dgm:prSet presAssocID="{4F006788-2E2E-4020-8D40-02011B009FDC}" presName="connectorText" presStyleLbl="sibTrans2D1" presStyleIdx="0" presStyleCnt="5"/>
      <dgm:spPr/>
    </dgm:pt>
    <dgm:pt modelId="{60FD70C2-4188-423E-8524-A6F857D14677}" type="pres">
      <dgm:prSet presAssocID="{49A81D26-43B4-43B3-90D3-266FE0E52C88}" presName="node" presStyleLbl="node1" presStyleIdx="1" presStyleCnt="6">
        <dgm:presLayoutVars>
          <dgm:bulletEnabled val="1"/>
        </dgm:presLayoutVars>
      </dgm:prSet>
      <dgm:spPr/>
    </dgm:pt>
    <dgm:pt modelId="{F54D417A-E665-47E9-89D9-9095A421E460}" type="pres">
      <dgm:prSet presAssocID="{8552B2BC-7452-468A-A368-BF59730AC4AF}" presName="sibTrans" presStyleLbl="sibTrans2D1" presStyleIdx="1" presStyleCnt="5"/>
      <dgm:spPr/>
    </dgm:pt>
    <dgm:pt modelId="{A77539D4-086F-4F65-A07B-03C866FD0B39}" type="pres">
      <dgm:prSet presAssocID="{8552B2BC-7452-468A-A368-BF59730AC4AF}" presName="connectorText" presStyleLbl="sibTrans2D1" presStyleIdx="1" presStyleCnt="5"/>
      <dgm:spPr/>
    </dgm:pt>
    <dgm:pt modelId="{CABB8926-85D5-4575-9FA2-C8D52CBE7E06}" type="pres">
      <dgm:prSet presAssocID="{519FD521-A791-4294-8364-61630448FB24}" presName="node" presStyleLbl="node1" presStyleIdx="2" presStyleCnt="6">
        <dgm:presLayoutVars>
          <dgm:bulletEnabled val="1"/>
        </dgm:presLayoutVars>
      </dgm:prSet>
      <dgm:spPr/>
    </dgm:pt>
    <dgm:pt modelId="{B0EB41AB-ADA1-431A-88E7-87167CE1253A}" type="pres">
      <dgm:prSet presAssocID="{5FF6F126-0A6F-4FFA-BCB2-2108DBA758EE}" presName="sibTrans" presStyleLbl="sibTrans2D1" presStyleIdx="2" presStyleCnt="5"/>
      <dgm:spPr/>
    </dgm:pt>
    <dgm:pt modelId="{E767AD6F-3D2B-46BB-BF4A-9DA03993DB80}" type="pres">
      <dgm:prSet presAssocID="{5FF6F126-0A6F-4FFA-BCB2-2108DBA758EE}" presName="connectorText" presStyleLbl="sibTrans2D1" presStyleIdx="2" presStyleCnt="5"/>
      <dgm:spPr/>
    </dgm:pt>
    <dgm:pt modelId="{7E937BC1-B255-48A5-B7F6-727C3EAC50D9}" type="pres">
      <dgm:prSet presAssocID="{0200E05D-3606-42AC-8407-CC447E0BFA3A}" presName="node" presStyleLbl="node1" presStyleIdx="3" presStyleCnt="6">
        <dgm:presLayoutVars>
          <dgm:bulletEnabled val="1"/>
        </dgm:presLayoutVars>
      </dgm:prSet>
      <dgm:spPr/>
    </dgm:pt>
    <dgm:pt modelId="{391A90D8-21B6-4562-924C-B5EFB467B880}" type="pres">
      <dgm:prSet presAssocID="{324184CC-19A1-420C-9438-5250E2ADA2B7}" presName="sibTrans" presStyleLbl="sibTrans2D1" presStyleIdx="3" presStyleCnt="5"/>
      <dgm:spPr/>
    </dgm:pt>
    <dgm:pt modelId="{49C0DD8B-4F0B-40E7-815F-FEFFD41F4F0B}" type="pres">
      <dgm:prSet presAssocID="{324184CC-19A1-420C-9438-5250E2ADA2B7}" presName="connectorText" presStyleLbl="sibTrans2D1" presStyleIdx="3" presStyleCnt="5"/>
      <dgm:spPr/>
    </dgm:pt>
    <dgm:pt modelId="{A677939E-D366-46D8-A1CA-DC9A45E24951}" type="pres">
      <dgm:prSet presAssocID="{1E981049-AA03-42DC-9A7C-12CABA3A6848}" presName="node" presStyleLbl="node1" presStyleIdx="4" presStyleCnt="6">
        <dgm:presLayoutVars>
          <dgm:bulletEnabled val="1"/>
        </dgm:presLayoutVars>
      </dgm:prSet>
      <dgm:spPr/>
    </dgm:pt>
    <dgm:pt modelId="{63B24C26-8703-4B08-A174-9DF66A2125D9}" type="pres">
      <dgm:prSet presAssocID="{0C97DE2D-D0AF-4BD3-9DD6-384414FFBE86}" presName="sibTrans" presStyleLbl="sibTrans2D1" presStyleIdx="4" presStyleCnt="5"/>
      <dgm:spPr/>
    </dgm:pt>
    <dgm:pt modelId="{3D02C249-778B-47A4-9E7B-121F2F5075BE}" type="pres">
      <dgm:prSet presAssocID="{0C97DE2D-D0AF-4BD3-9DD6-384414FFBE86}" presName="connectorText" presStyleLbl="sibTrans2D1" presStyleIdx="4" presStyleCnt="5"/>
      <dgm:spPr/>
    </dgm:pt>
    <dgm:pt modelId="{C775898E-81F0-4989-ADF1-D84DBA0FFE09}" type="pres">
      <dgm:prSet presAssocID="{8F6DCE42-9925-4DE8-A45F-D33BC921B860}" presName="node" presStyleLbl="node1" presStyleIdx="5" presStyleCnt="6">
        <dgm:presLayoutVars>
          <dgm:bulletEnabled val="1"/>
        </dgm:presLayoutVars>
      </dgm:prSet>
      <dgm:spPr/>
    </dgm:pt>
  </dgm:ptLst>
  <dgm:cxnLst>
    <dgm:cxn modelId="{2CA1AA01-CD01-4A4E-9B2F-38163AA0ECB7}" type="presOf" srcId="{8F6DCE42-9925-4DE8-A45F-D33BC921B860}" destId="{C775898E-81F0-4989-ADF1-D84DBA0FFE09}" srcOrd="0" destOrd="0" presId="urn:microsoft.com/office/officeart/2005/8/layout/process1"/>
    <dgm:cxn modelId="{ECA0E90E-D215-4078-9C9A-AD33E2291595}" srcId="{9D3CD08E-1D30-4D7D-8DD5-292CB43FD00D}" destId="{8F6DCE42-9925-4DE8-A45F-D33BC921B860}" srcOrd="5" destOrd="0" parTransId="{922103A9-9211-433E-A5F1-D8C72FB12BAE}" sibTransId="{398A1613-903C-40E8-A649-3F789335D8CA}"/>
    <dgm:cxn modelId="{4C4A1B11-B410-4A33-8CD9-F0B14226EFAF}" type="presOf" srcId="{4F006788-2E2E-4020-8D40-02011B009FDC}" destId="{6FE4C7D9-22AF-4159-A684-AC84262DD5D7}" srcOrd="1" destOrd="0" presId="urn:microsoft.com/office/officeart/2005/8/layout/process1"/>
    <dgm:cxn modelId="{DD652F13-BB6F-47E9-A3A8-7DFDE61F79C9}" type="presOf" srcId="{0200E05D-3606-42AC-8407-CC447E0BFA3A}" destId="{7E937BC1-B255-48A5-B7F6-727C3EAC50D9}" srcOrd="0" destOrd="0" presId="urn:microsoft.com/office/officeart/2005/8/layout/process1"/>
    <dgm:cxn modelId="{B1AD3A17-59EC-4B6F-803F-61726C9BA4B3}" type="presOf" srcId="{324184CC-19A1-420C-9438-5250E2ADA2B7}" destId="{49C0DD8B-4F0B-40E7-815F-FEFFD41F4F0B}" srcOrd="1" destOrd="0" presId="urn:microsoft.com/office/officeart/2005/8/layout/process1"/>
    <dgm:cxn modelId="{CB0CF01A-418C-44A8-959F-C84F43A0EB25}" type="presOf" srcId="{9D3CD08E-1D30-4D7D-8DD5-292CB43FD00D}" destId="{1138962A-15E7-4CD1-9C85-2A3940CC2CFE}" srcOrd="0" destOrd="0" presId="urn:microsoft.com/office/officeart/2005/8/layout/process1"/>
    <dgm:cxn modelId="{FEE4D71C-F727-44E5-9963-47D60DDBD87C}" type="presOf" srcId="{5FF6F126-0A6F-4FFA-BCB2-2108DBA758EE}" destId="{B0EB41AB-ADA1-431A-88E7-87167CE1253A}" srcOrd="0" destOrd="0" presId="urn:microsoft.com/office/officeart/2005/8/layout/process1"/>
    <dgm:cxn modelId="{9738001F-515F-4F42-981F-B1295E60EE34}" type="presOf" srcId="{1E981049-AA03-42DC-9A7C-12CABA3A6848}" destId="{A677939E-D366-46D8-A1CA-DC9A45E24951}" srcOrd="0" destOrd="0" presId="urn:microsoft.com/office/officeart/2005/8/layout/process1"/>
    <dgm:cxn modelId="{D521B828-174A-42A4-920D-489709B2C87C}" type="presOf" srcId="{4F006788-2E2E-4020-8D40-02011B009FDC}" destId="{CF721D0E-65E2-427D-88B3-DCAE03E196A9}" srcOrd="0" destOrd="0" presId="urn:microsoft.com/office/officeart/2005/8/layout/process1"/>
    <dgm:cxn modelId="{43ECC73F-0EE0-481C-8023-3A6201491326}" srcId="{9D3CD08E-1D30-4D7D-8DD5-292CB43FD00D}" destId="{1E981049-AA03-42DC-9A7C-12CABA3A6848}" srcOrd="4" destOrd="0" parTransId="{398DDEB4-9A48-4410-BC18-96AFBBBCB833}" sibTransId="{0C97DE2D-D0AF-4BD3-9DD6-384414FFBE86}"/>
    <dgm:cxn modelId="{D6FDA14E-C23D-4160-9B78-90A4B6D82EF2}" srcId="{9D3CD08E-1D30-4D7D-8DD5-292CB43FD00D}" destId="{B7E51960-9682-426F-99ED-B26A553F82BD}" srcOrd="0" destOrd="0" parTransId="{8AB097D2-3426-45B5-A8DB-5142EECC48C3}" sibTransId="{4F006788-2E2E-4020-8D40-02011B009FDC}"/>
    <dgm:cxn modelId="{4C28C957-2ED8-4F78-BEEB-10419A209000}" type="presOf" srcId="{8552B2BC-7452-468A-A368-BF59730AC4AF}" destId="{A77539D4-086F-4F65-A07B-03C866FD0B39}" srcOrd="1" destOrd="0" presId="urn:microsoft.com/office/officeart/2005/8/layout/process1"/>
    <dgm:cxn modelId="{15A1A080-F86A-4987-82FF-FE713B35A8F7}" type="presOf" srcId="{B7E51960-9682-426F-99ED-B26A553F82BD}" destId="{FB9BE9B4-69D2-40AD-B707-B3779E54840D}" srcOrd="0" destOrd="0" presId="urn:microsoft.com/office/officeart/2005/8/layout/process1"/>
    <dgm:cxn modelId="{356CC881-C52A-4791-8944-080209FE8C28}" srcId="{9D3CD08E-1D30-4D7D-8DD5-292CB43FD00D}" destId="{0200E05D-3606-42AC-8407-CC447E0BFA3A}" srcOrd="3" destOrd="0" parTransId="{5216E9DB-8F19-4912-AC88-B8F09AABEF75}" sibTransId="{324184CC-19A1-420C-9438-5250E2ADA2B7}"/>
    <dgm:cxn modelId="{B780B4A1-1349-418C-80F4-1B49D9515121}" type="presOf" srcId="{8552B2BC-7452-468A-A368-BF59730AC4AF}" destId="{F54D417A-E665-47E9-89D9-9095A421E460}" srcOrd="0" destOrd="0" presId="urn:microsoft.com/office/officeart/2005/8/layout/process1"/>
    <dgm:cxn modelId="{D1E2C1A1-746D-47D0-B96C-6160F4E9E40A}" type="presOf" srcId="{5FF6F126-0A6F-4FFA-BCB2-2108DBA758EE}" destId="{E767AD6F-3D2B-46BB-BF4A-9DA03993DB80}" srcOrd="1" destOrd="0" presId="urn:microsoft.com/office/officeart/2005/8/layout/process1"/>
    <dgm:cxn modelId="{B241CBBD-6544-4730-B8DE-ABB299723B68}" type="presOf" srcId="{49A81D26-43B4-43B3-90D3-266FE0E52C88}" destId="{60FD70C2-4188-423E-8524-A6F857D14677}" srcOrd="0" destOrd="0" presId="urn:microsoft.com/office/officeart/2005/8/layout/process1"/>
    <dgm:cxn modelId="{7D81F2CC-56BC-4C82-A994-507245840754}" srcId="{9D3CD08E-1D30-4D7D-8DD5-292CB43FD00D}" destId="{519FD521-A791-4294-8364-61630448FB24}" srcOrd="2" destOrd="0" parTransId="{FFD7FB9D-AFF5-4CE5-A326-594022D4DD0A}" sibTransId="{5FF6F126-0A6F-4FFA-BCB2-2108DBA758EE}"/>
    <dgm:cxn modelId="{9F7AB8D6-9590-4063-A4A6-C150FA14D8A0}" type="presOf" srcId="{519FD521-A791-4294-8364-61630448FB24}" destId="{CABB8926-85D5-4575-9FA2-C8D52CBE7E06}" srcOrd="0" destOrd="0" presId="urn:microsoft.com/office/officeart/2005/8/layout/process1"/>
    <dgm:cxn modelId="{E3A950DE-DC60-4B81-887C-4CD1F3610FDA}" type="presOf" srcId="{324184CC-19A1-420C-9438-5250E2ADA2B7}" destId="{391A90D8-21B6-4562-924C-B5EFB467B880}" srcOrd="0" destOrd="0" presId="urn:microsoft.com/office/officeart/2005/8/layout/process1"/>
    <dgm:cxn modelId="{B200CDE8-C295-4E8E-BBB0-818E7611CAD0}" srcId="{9D3CD08E-1D30-4D7D-8DD5-292CB43FD00D}" destId="{49A81D26-43B4-43B3-90D3-266FE0E52C88}" srcOrd="1" destOrd="0" parTransId="{BCFAB2CC-8DE0-4401-997E-C8D166FDEA73}" sibTransId="{8552B2BC-7452-468A-A368-BF59730AC4AF}"/>
    <dgm:cxn modelId="{897EE5E9-5225-4B6C-9D22-56BBDB2EC743}" type="presOf" srcId="{0C97DE2D-D0AF-4BD3-9DD6-384414FFBE86}" destId="{3D02C249-778B-47A4-9E7B-121F2F5075BE}" srcOrd="1" destOrd="0" presId="urn:microsoft.com/office/officeart/2005/8/layout/process1"/>
    <dgm:cxn modelId="{88DD04EB-704B-42B0-B4E3-BDB4FCAC1FB8}" type="presOf" srcId="{0C97DE2D-D0AF-4BD3-9DD6-384414FFBE86}" destId="{63B24C26-8703-4B08-A174-9DF66A2125D9}" srcOrd="0" destOrd="0" presId="urn:microsoft.com/office/officeart/2005/8/layout/process1"/>
    <dgm:cxn modelId="{9AA06E38-ACC7-4588-8861-7400FFCE2AD9}" type="presParOf" srcId="{1138962A-15E7-4CD1-9C85-2A3940CC2CFE}" destId="{FB9BE9B4-69D2-40AD-B707-B3779E54840D}" srcOrd="0" destOrd="0" presId="urn:microsoft.com/office/officeart/2005/8/layout/process1"/>
    <dgm:cxn modelId="{7226F0B9-51F3-4DB5-801E-BB13A7904A1D}" type="presParOf" srcId="{1138962A-15E7-4CD1-9C85-2A3940CC2CFE}" destId="{CF721D0E-65E2-427D-88B3-DCAE03E196A9}" srcOrd="1" destOrd="0" presId="urn:microsoft.com/office/officeart/2005/8/layout/process1"/>
    <dgm:cxn modelId="{A90C2B41-B094-4A02-9C6F-CC95063F4CD5}" type="presParOf" srcId="{CF721D0E-65E2-427D-88B3-DCAE03E196A9}" destId="{6FE4C7D9-22AF-4159-A684-AC84262DD5D7}" srcOrd="0" destOrd="0" presId="urn:microsoft.com/office/officeart/2005/8/layout/process1"/>
    <dgm:cxn modelId="{D5D0777E-898B-4D7D-8262-5418FEE344D4}" type="presParOf" srcId="{1138962A-15E7-4CD1-9C85-2A3940CC2CFE}" destId="{60FD70C2-4188-423E-8524-A6F857D14677}" srcOrd="2" destOrd="0" presId="urn:microsoft.com/office/officeart/2005/8/layout/process1"/>
    <dgm:cxn modelId="{0D5526D6-E52F-420A-9E54-A868D490F747}" type="presParOf" srcId="{1138962A-15E7-4CD1-9C85-2A3940CC2CFE}" destId="{F54D417A-E665-47E9-89D9-9095A421E460}" srcOrd="3" destOrd="0" presId="urn:microsoft.com/office/officeart/2005/8/layout/process1"/>
    <dgm:cxn modelId="{EEDAF734-9172-4860-9710-1B8017E56838}" type="presParOf" srcId="{F54D417A-E665-47E9-89D9-9095A421E460}" destId="{A77539D4-086F-4F65-A07B-03C866FD0B39}" srcOrd="0" destOrd="0" presId="urn:microsoft.com/office/officeart/2005/8/layout/process1"/>
    <dgm:cxn modelId="{385B8051-660F-490D-97EE-1FE243421CC8}" type="presParOf" srcId="{1138962A-15E7-4CD1-9C85-2A3940CC2CFE}" destId="{CABB8926-85D5-4575-9FA2-C8D52CBE7E06}" srcOrd="4" destOrd="0" presId="urn:microsoft.com/office/officeart/2005/8/layout/process1"/>
    <dgm:cxn modelId="{1FA8D350-D043-4A2C-9C5B-BE0A23AE3FDF}" type="presParOf" srcId="{1138962A-15E7-4CD1-9C85-2A3940CC2CFE}" destId="{B0EB41AB-ADA1-431A-88E7-87167CE1253A}" srcOrd="5" destOrd="0" presId="urn:microsoft.com/office/officeart/2005/8/layout/process1"/>
    <dgm:cxn modelId="{BF690000-251E-463D-95A1-5BDE2EC035B8}" type="presParOf" srcId="{B0EB41AB-ADA1-431A-88E7-87167CE1253A}" destId="{E767AD6F-3D2B-46BB-BF4A-9DA03993DB80}" srcOrd="0" destOrd="0" presId="urn:microsoft.com/office/officeart/2005/8/layout/process1"/>
    <dgm:cxn modelId="{EB8ED52F-0001-4B14-9F4B-21B713A8092D}" type="presParOf" srcId="{1138962A-15E7-4CD1-9C85-2A3940CC2CFE}" destId="{7E937BC1-B255-48A5-B7F6-727C3EAC50D9}" srcOrd="6" destOrd="0" presId="urn:microsoft.com/office/officeart/2005/8/layout/process1"/>
    <dgm:cxn modelId="{F0D9484B-90B8-409A-9AF2-5CD9D88A3390}" type="presParOf" srcId="{1138962A-15E7-4CD1-9C85-2A3940CC2CFE}" destId="{391A90D8-21B6-4562-924C-B5EFB467B880}" srcOrd="7" destOrd="0" presId="urn:microsoft.com/office/officeart/2005/8/layout/process1"/>
    <dgm:cxn modelId="{7838E84C-37FF-4B91-9625-5D4630A33D18}" type="presParOf" srcId="{391A90D8-21B6-4562-924C-B5EFB467B880}" destId="{49C0DD8B-4F0B-40E7-815F-FEFFD41F4F0B}" srcOrd="0" destOrd="0" presId="urn:microsoft.com/office/officeart/2005/8/layout/process1"/>
    <dgm:cxn modelId="{3B337F70-17DC-4532-9D5A-DE1523908E21}" type="presParOf" srcId="{1138962A-15E7-4CD1-9C85-2A3940CC2CFE}" destId="{A677939E-D366-46D8-A1CA-DC9A45E24951}" srcOrd="8" destOrd="0" presId="urn:microsoft.com/office/officeart/2005/8/layout/process1"/>
    <dgm:cxn modelId="{200F00E7-C2B4-4DCB-8B87-2A04C19C2D55}" type="presParOf" srcId="{1138962A-15E7-4CD1-9C85-2A3940CC2CFE}" destId="{63B24C26-8703-4B08-A174-9DF66A2125D9}" srcOrd="9" destOrd="0" presId="urn:microsoft.com/office/officeart/2005/8/layout/process1"/>
    <dgm:cxn modelId="{CF8A628C-6B61-4A5F-B31A-A44E6DA8CC47}" type="presParOf" srcId="{63B24C26-8703-4B08-A174-9DF66A2125D9}" destId="{3D02C249-778B-47A4-9E7B-121F2F5075BE}" srcOrd="0" destOrd="0" presId="urn:microsoft.com/office/officeart/2005/8/layout/process1"/>
    <dgm:cxn modelId="{B76A527A-7285-4589-BC3A-CD1ADD5137C0}" type="presParOf" srcId="{1138962A-15E7-4CD1-9C85-2A3940CC2CFE}" destId="{C775898E-81F0-4989-ADF1-D84DBA0FFE09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9BE9B4-69D2-40AD-B707-B3779E54840D}">
      <dsp:nvSpPr>
        <dsp:cNvPr id="0" name=""/>
        <dsp:cNvSpPr/>
      </dsp:nvSpPr>
      <dsp:spPr>
        <a:xfrm>
          <a:off x="0" y="1874009"/>
          <a:ext cx="1436147" cy="861688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u="sng" kern="1200" dirty="0"/>
            <a:t>EMPLOYEE</a:t>
          </a:r>
        </a:p>
      </dsp:txBody>
      <dsp:txXfrm>
        <a:off x="25238" y="1899247"/>
        <a:ext cx="1385671" cy="811212"/>
      </dsp:txXfrm>
    </dsp:sp>
    <dsp:sp modelId="{CF721D0E-65E2-427D-88B3-DCAE03E196A9}">
      <dsp:nvSpPr>
        <dsp:cNvPr id="0" name=""/>
        <dsp:cNvSpPr/>
      </dsp:nvSpPr>
      <dsp:spPr>
        <a:xfrm>
          <a:off x="1579762" y="2126771"/>
          <a:ext cx="304463" cy="356164"/>
        </a:xfrm>
        <a:prstGeom prst="rightArrow">
          <a:avLst>
            <a:gd name="adj1" fmla="val 60000"/>
            <a:gd name="adj2" fmla="val 50000"/>
          </a:avLst>
        </a:prstGeom>
        <a:solidFill>
          <a:schemeClr val="tx1">
            <a:lumMod val="95000"/>
            <a:lumOff val="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1579762" y="2198004"/>
        <a:ext cx="213124" cy="213698"/>
      </dsp:txXfrm>
    </dsp:sp>
    <dsp:sp modelId="{60FD70C2-4188-423E-8524-A6F857D14677}">
      <dsp:nvSpPr>
        <dsp:cNvPr id="0" name=""/>
        <dsp:cNvSpPr/>
      </dsp:nvSpPr>
      <dsp:spPr>
        <a:xfrm>
          <a:off x="2010606" y="1874009"/>
          <a:ext cx="1436147" cy="861688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DATA COLLECTION &amp; BUSSINESS UNDERSTANDING</a:t>
          </a:r>
        </a:p>
      </dsp:txBody>
      <dsp:txXfrm>
        <a:off x="2035844" y="1899247"/>
        <a:ext cx="1385671" cy="811212"/>
      </dsp:txXfrm>
    </dsp:sp>
    <dsp:sp modelId="{F54D417A-E665-47E9-89D9-9095A421E460}">
      <dsp:nvSpPr>
        <dsp:cNvPr id="0" name=""/>
        <dsp:cNvSpPr/>
      </dsp:nvSpPr>
      <dsp:spPr>
        <a:xfrm>
          <a:off x="3590369" y="2126771"/>
          <a:ext cx="304463" cy="356164"/>
        </a:xfrm>
        <a:prstGeom prst="rightArrow">
          <a:avLst>
            <a:gd name="adj1" fmla="val 60000"/>
            <a:gd name="adj2" fmla="val 50000"/>
          </a:avLst>
        </a:prstGeom>
        <a:solidFill>
          <a:schemeClr val="tx1">
            <a:lumMod val="95000"/>
            <a:lumOff val="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3590369" y="2198004"/>
        <a:ext cx="213124" cy="213698"/>
      </dsp:txXfrm>
    </dsp:sp>
    <dsp:sp modelId="{CABB8926-85D5-4575-9FA2-C8D52CBE7E06}">
      <dsp:nvSpPr>
        <dsp:cNvPr id="0" name=""/>
        <dsp:cNvSpPr/>
      </dsp:nvSpPr>
      <dsp:spPr>
        <a:xfrm>
          <a:off x="4021213" y="1874009"/>
          <a:ext cx="1436147" cy="861688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DATA PREPROSESING </a:t>
          </a:r>
        </a:p>
      </dsp:txBody>
      <dsp:txXfrm>
        <a:off x="4046451" y="1899247"/>
        <a:ext cx="1385671" cy="811212"/>
      </dsp:txXfrm>
    </dsp:sp>
    <dsp:sp modelId="{B0EB41AB-ADA1-431A-88E7-87167CE1253A}">
      <dsp:nvSpPr>
        <dsp:cNvPr id="0" name=""/>
        <dsp:cNvSpPr/>
      </dsp:nvSpPr>
      <dsp:spPr>
        <a:xfrm>
          <a:off x="5600976" y="2126771"/>
          <a:ext cx="304463" cy="356164"/>
        </a:xfrm>
        <a:prstGeom prst="rightArrow">
          <a:avLst>
            <a:gd name="adj1" fmla="val 60000"/>
            <a:gd name="adj2" fmla="val 50000"/>
          </a:avLst>
        </a:prstGeom>
        <a:solidFill>
          <a:schemeClr val="tx1">
            <a:lumMod val="95000"/>
            <a:lumOff val="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5600976" y="2198004"/>
        <a:ext cx="213124" cy="213698"/>
      </dsp:txXfrm>
    </dsp:sp>
    <dsp:sp modelId="{7E937BC1-B255-48A5-B7F6-727C3EAC50D9}">
      <dsp:nvSpPr>
        <dsp:cNvPr id="0" name=""/>
        <dsp:cNvSpPr/>
      </dsp:nvSpPr>
      <dsp:spPr>
        <a:xfrm>
          <a:off x="6031820" y="1874009"/>
          <a:ext cx="1436147" cy="861688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EXPLORATORY DATA ANYLYSIS</a:t>
          </a:r>
        </a:p>
      </dsp:txBody>
      <dsp:txXfrm>
        <a:off x="6057058" y="1899247"/>
        <a:ext cx="1385671" cy="811212"/>
      </dsp:txXfrm>
    </dsp:sp>
    <dsp:sp modelId="{391A90D8-21B6-4562-924C-B5EFB467B880}">
      <dsp:nvSpPr>
        <dsp:cNvPr id="0" name=""/>
        <dsp:cNvSpPr/>
      </dsp:nvSpPr>
      <dsp:spPr>
        <a:xfrm>
          <a:off x="7611583" y="2126771"/>
          <a:ext cx="304463" cy="356164"/>
        </a:xfrm>
        <a:prstGeom prst="rightArrow">
          <a:avLst>
            <a:gd name="adj1" fmla="val 60000"/>
            <a:gd name="adj2" fmla="val 50000"/>
          </a:avLst>
        </a:prstGeom>
        <a:solidFill>
          <a:schemeClr val="tx1">
            <a:lumMod val="95000"/>
            <a:lumOff val="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7611583" y="2198004"/>
        <a:ext cx="213124" cy="213698"/>
      </dsp:txXfrm>
    </dsp:sp>
    <dsp:sp modelId="{A677939E-D366-46D8-A1CA-DC9A45E24951}">
      <dsp:nvSpPr>
        <dsp:cNvPr id="0" name=""/>
        <dsp:cNvSpPr/>
      </dsp:nvSpPr>
      <dsp:spPr>
        <a:xfrm>
          <a:off x="8042427" y="1874009"/>
          <a:ext cx="1436147" cy="861688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MODEL SELECTION &amp; TRANING</a:t>
          </a:r>
        </a:p>
      </dsp:txBody>
      <dsp:txXfrm>
        <a:off x="8067665" y="1899247"/>
        <a:ext cx="1385671" cy="811212"/>
      </dsp:txXfrm>
    </dsp:sp>
    <dsp:sp modelId="{63B24C26-8703-4B08-A174-9DF66A2125D9}">
      <dsp:nvSpPr>
        <dsp:cNvPr id="0" name=""/>
        <dsp:cNvSpPr/>
      </dsp:nvSpPr>
      <dsp:spPr>
        <a:xfrm>
          <a:off x="9622189" y="2126771"/>
          <a:ext cx="304463" cy="356164"/>
        </a:xfrm>
        <a:prstGeom prst="rightArrow">
          <a:avLst>
            <a:gd name="adj1" fmla="val 60000"/>
            <a:gd name="adj2" fmla="val 50000"/>
          </a:avLst>
        </a:prstGeom>
        <a:solidFill>
          <a:schemeClr val="tx1">
            <a:lumMod val="95000"/>
            <a:lumOff val="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>
        <a:off x="9622189" y="2198004"/>
        <a:ext cx="213124" cy="213698"/>
      </dsp:txXfrm>
    </dsp:sp>
    <dsp:sp modelId="{C775898E-81F0-4989-ADF1-D84DBA0FFE09}">
      <dsp:nvSpPr>
        <dsp:cNvPr id="0" name=""/>
        <dsp:cNvSpPr/>
      </dsp:nvSpPr>
      <dsp:spPr>
        <a:xfrm>
          <a:off x="10053034" y="1874009"/>
          <a:ext cx="1436147" cy="861688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TEST &amp; EVALUATE THE MODEL</a:t>
          </a:r>
        </a:p>
      </dsp:txBody>
      <dsp:txXfrm>
        <a:off x="10078272" y="1899247"/>
        <a:ext cx="1385671" cy="8112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1/4/2024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1/4/2024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1C745E-9B5A-59BF-BF50-4F251E39D58D}"/>
              </a:ext>
            </a:extLst>
          </p:cNvPr>
          <p:cNvSpPr/>
          <p:nvPr userDrawn="1"/>
        </p:nvSpPr>
        <p:spPr>
          <a:xfrm>
            <a:off x="304800" y="266701"/>
            <a:ext cx="11582400" cy="63245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2B4A7EA-9E3F-9CE1-56B5-92F4FDDA699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24100" y="758952"/>
            <a:ext cx="7543800" cy="5029200"/>
          </a:xfrm>
          <a:custGeom>
            <a:avLst/>
            <a:gdLst>
              <a:gd name="connsiteX0" fmla="*/ 3567113 w 7543800"/>
              <a:gd name="connsiteY0" fmla="*/ 4869270 h 5029200"/>
              <a:gd name="connsiteX1" fmla="*/ 3567113 w 7543800"/>
              <a:gd name="connsiteY1" fmla="*/ 4957572 h 5029200"/>
              <a:gd name="connsiteX2" fmla="*/ 3976688 w 7543800"/>
              <a:gd name="connsiteY2" fmla="*/ 4957572 h 5029200"/>
              <a:gd name="connsiteX3" fmla="*/ 3976688 w 7543800"/>
              <a:gd name="connsiteY3" fmla="*/ 4869270 h 5029200"/>
              <a:gd name="connsiteX4" fmla="*/ 0 w 7543800"/>
              <a:gd name="connsiteY4" fmla="*/ 0 h 5029200"/>
              <a:gd name="connsiteX5" fmla="*/ 7543800 w 7543800"/>
              <a:gd name="connsiteY5" fmla="*/ 0 h 5029200"/>
              <a:gd name="connsiteX6" fmla="*/ 7543800 w 7543800"/>
              <a:gd name="connsiteY6" fmla="*/ 5029200 h 5029200"/>
              <a:gd name="connsiteX7" fmla="*/ 0 w 7543800"/>
              <a:gd name="connsiteY7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43800" h="5029200">
                <a:moveTo>
                  <a:pt x="3567113" y="4869270"/>
                </a:moveTo>
                <a:lnTo>
                  <a:pt x="3567113" y="4957572"/>
                </a:lnTo>
                <a:lnTo>
                  <a:pt x="3976688" y="4957572"/>
                </a:lnTo>
                <a:lnTo>
                  <a:pt x="3976688" y="4869270"/>
                </a:lnTo>
                <a:close/>
                <a:moveTo>
                  <a:pt x="0" y="0"/>
                </a:moveTo>
                <a:lnTo>
                  <a:pt x="7543800" y="0"/>
                </a:lnTo>
                <a:lnTo>
                  <a:pt x="7543800" y="5029200"/>
                </a:lnTo>
                <a:lnTo>
                  <a:pt x="0" y="50292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08960"/>
            <a:ext cx="10515600" cy="640080"/>
          </a:xfrm>
        </p:spPr>
        <p:txBody>
          <a:bodyPr anchor="ctr"/>
          <a:lstStyle>
            <a:lvl1pPr algn="ctr">
              <a:defRPr sz="60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F70834-CB8D-A95B-D859-6E5B4C6B4F78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4B2501-78A9-E41B-7C2D-09F09ADDCB5E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A0478E-A529-CF4E-CE5C-583ACA20D66C}"/>
              </a:ext>
            </a:extLst>
          </p:cNvPr>
          <p:cNvSpPr/>
          <p:nvPr userDrawn="1"/>
        </p:nvSpPr>
        <p:spPr>
          <a:xfrm>
            <a:off x="4462849" y="685800"/>
            <a:ext cx="7119551" cy="54864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1124712"/>
            <a:ext cx="3886200" cy="548640"/>
          </a:xfrm>
        </p:spPr>
        <p:txBody>
          <a:bodyPr/>
          <a:lstStyle>
            <a:lvl1pPr>
              <a:defRPr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816352"/>
            <a:ext cx="3602736" cy="3364992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000" cap="all" spc="0" baseline="0"/>
            </a:lvl1pPr>
            <a:lvl2pPr marL="228600">
              <a:defRPr spc="0" baseline="0"/>
            </a:lvl2pPr>
            <a:lvl3pPr marL="457200">
              <a:defRPr spc="0" baseline="0"/>
            </a:lvl3pPr>
            <a:lvl4pPr marL="685800">
              <a:defRPr spc="0" baseline="0"/>
            </a:lvl4pPr>
            <a:lvl5pPr marL="1143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46904" y="1188720"/>
            <a:ext cx="6638544" cy="448056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92E47F-4E2C-B4B2-51F0-43D9D15C5A60}"/>
              </a:ext>
            </a:extLst>
          </p:cNvPr>
          <p:cNvCxnSpPr>
            <a:cxnSpLocks/>
          </p:cNvCxnSpPr>
          <p:nvPr userDrawn="1"/>
        </p:nvCxnSpPr>
        <p:spPr>
          <a:xfrm>
            <a:off x="1295400" y="205740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BA0478E-A529-CF4E-CE5C-583ACA20D66C}"/>
              </a:ext>
            </a:extLst>
          </p:cNvPr>
          <p:cNvSpPr/>
          <p:nvPr userDrawn="1"/>
        </p:nvSpPr>
        <p:spPr>
          <a:xfrm>
            <a:off x="3578352" y="0"/>
            <a:ext cx="8613648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9824" y="1124712"/>
            <a:ext cx="5760720" cy="548640"/>
          </a:xfrm>
        </p:spPr>
        <p:txBody>
          <a:bodyPr/>
          <a:lstStyle>
            <a:lvl1pPr>
              <a:defRPr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9824" y="2889504"/>
            <a:ext cx="5760720" cy="3319272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2000" cap="none" spc="0" baseline="0"/>
            </a:lvl1pPr>
            <a:lvl2pPr marL="228600">
              <a:defRPr spc="0" baseline="0"/>
            </a:lvl2pPr>
            <a:lvl3pPr marL="457200">
              <a:defRPr spc="0" baseline="0"/>
            </a:lvl3pPr>
            <a:lvl4pPr marL="685800">
              <a:defRPr spc="0" baseline="0"/>
            </a:lvl4pPr>
            <a:lvl5pPr marL="1143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36BAAC-D89F-682D-12A3-1C31F92F0FAF}"/>
              </a:ext>
            </a:extLst>
          </p:cNvPr>
          <p:cNvCxnSpPr>
            <a:cxnSpLocks/>
          </p:cNvCxnSpPr>
          <p:nvPr userDrawn="1"/>
        </p:nvCxnSpPr>
        <p:spPr>
          <a:xfrm>
            <a:off x="649224" y="2667000"/>
            <a:ext cx="0" cy="31242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F877625-E710-6DF2-3E49-374C6DD8DBC0}"/>
              </a:ext>
            </a:extLst>
          </p:cNvPr>
          <p:cNvCxnSpPr>
            <a:cxnSpLocks/>
          </p:cNvCxnSpPr>
          <p:nvPr userDrawn="1"/>
        </p:nvCxnSpPr>
        <p:spPr>
          <a:xfrm>
            <a:off x="5447344" y="205740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7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it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D0AC02C-19A4-4754-CC96-34357DEFF5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7048" y="1481328"/>
            <a:ext cx="9144000" cy="3886200"/>
          </a:xfrm>
          <a:custGeom>
            <a:avLst/>
            <a:gdLst>
              <a:gd name="connsiteX0" fmla="*/ 6521576 w 9144000"/>
              <a:gd name="connsiteY0" fmla="*/ 2811867 h 3886200"/>
              <a:gd name="connsiteX1" fmla="*/ 6521576 w 9144000"/>
              <a:gd name="connsiteY1" fmla="*/ 2900169 h 3886200"/>
              <a:gd name="connsiteX2" fmla="*/ 6931151 w 9144000"/>
              <a:gd name="connsiteY2" fmla="*/ 2900169 h 3886200"/>
              <a:gd name="connsiteX3" fmla="*/ 6931151 w 9144000"/>
              <a:gd name="connsiteY3" fmla="*/ 2811867 h 3886200"/>
              <a:gd name="connsiteX4" fmla="*/ 0 w 9144000"/>
              <a:gd name="connsiteY4" fmla="*/ 0 h 3886200"/>
              <a:gd name="connsiteX5" fmla="*/ 9144000 w 9144000"/>
              <a:gd name="connsiteY5" fmla="*/ 0 h 3886200"/>
              <a:gd name="connsiteX6" fmla="*/ 9144000 w 9144000"/>
              <a:gd name="connsiteY6" fmla="*/ 3886200 h 3886200"/>
              <a:gd name="connsiteX7" fmla="*/ 0 w 9144000"/>
              <a:gd name="connsiteY7" fmla="*/ 3886200 h 388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3886200">
                <a:moveTo>
                  <a:pt x="6521576" y="2811867"/>
                </a:moveTo>
                <a:lnTo>
                  <a:pt x="6521576" y="2900169"/>
                </a:lnTo>
                <a:lnTo>
                  <a:pt x="6931151" y="2900169"/>
                </a:lnTo>
                <a:lnTo>
                  <a:pt x="6931151" y="2811867"/>
                </a:lnTo>
                <a:close/>
                <a:moveTo>
                  <a:pt x="0" y="0"/>
                </a:moveTo>
                <a:lnTo>
                  <a:pt x="9144000" y="0"/>
                </a:lnTo>
                <a:lnTo>
                  <a:pt x="9144000" y="3886200"/>
                </a:lnTo>
                <a:lnTo>
                  <a:pt x="0" y="38862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0636" y="3200400"/>
            <a:ext cx="8110728" cy="457200"/>
          </a:xfrm>
        </p:spPr>
        <p:txBody>
          <a:bodyPr anchor="ctr"/>
          <a:lstStyle>
            <a:lvl1pPr algn="ctr">
              <a:defRPr sz="48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6720" y="4745736"/>
            <a:ext cx="1389888" cy="1280160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E7004C-CFEF-6E88-A3C1-60FBC7F8CD13}"/>
              </a:ext>
            </a:extLst>
          </p:cNvPr>
          <p:cNvSpPr/>
          <p:nvPr userDrawn="1"/>
        </p:nvSpPr>
        <p:spPr>
          <a:xfrm>
            <a:off x="8048624" y="4293195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31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609600"/>
            <a:ext cx="10058400" cy="914400"/>
          </a:xfrm>
        </p:spPr>
        <p:txBody>
          <a:bodyPr/>
          <a:lstStyle>
            <a:lvl1pPr>
              <a:defRPr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855945"/>
            <a:ext cx="9820656" cy="4352544"/>
          </a:xfrm>
        </p:spPr>
        <p:txBody>
          <a:bodyPr/>
          <a:lstStyle>
            <a:lvl1pPr>
              <a:defRPr spc="0" baseline="0"/>
            </a:lvl1pPr>
            <a:lvl2pPr>
              <a:defRPr spc="0" baseline="0"/>
            </a:lvl2pPr>
            <a:lvl3pPr>
              <a:defRPr spc="0" baseline="0"/>
            </a:lvl3pPr>
            <a:lvl4pPr>
              <a:defRPr spc="0" baseline="0"/>
            </a:lvl4pPr>
            <a:lvl5pPr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720" y="609600"/>
            <a:ext cx="9829800" cy="914400"/>
          </a:xfrm>
        </p:spPr>
        <p:txBody>
          <a:bodyPr/>
          <a:lstStyle>
            <a:lvl1pPr algn="ctr">
              <a:defRPr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720" y="1746504"/>
            <a:ext cx="9829800" cy="4352544"/>
          </a:xfrm>
        </p:spPr>
        <p:txBody>
          <a:bodyPr/>
          <a:lstStyle>
            <a:lvl1pPr>
              <a:defRPr spc="0" baseline="0"/>
            </a:lvl1pPr>
            <a:lvl2pPr>
              <a:defRPr spc="0" baseline="0"/>
            </a:lvl2pPr>
            <a:lvl3pPr>
              <a:defRPr spc="0" baseline="0"/>
            </a:lvl3pPr>
            <a:lvl4pPr>
              <a:defRPr spc="0" baseline="0"/>
            </a:lvl4pPr>
            <a:lvl5pPr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641840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607086-83FC-E680-56CD-FD986ACF5B7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7811310-A21F-0BFB-8198-22EDFCF9F4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70576" y="658368"/>
            <a:ext cx="6821424" cy="334670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3D2EFC-F14F-5508-06EE-4E5B5C535E16}"/>
              </a:ext>
            </a:extLst>
          </p:cNvPr>
          <p:cNvCxnSpPr>
            <a:cxnSpLocks/>
          </p:cNvCxnSpPr>
          <p:nvPr userDrawn="1"/>
        </p:nvCxnSpPr>
        <p:spPr>
          <a:xfrm>
            <a:off x="1819102" y="5548842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btitle 2">
            <a:extLst>
              <a:ext uri="{FF2B5EF4-FFF2-40B4-BE49-F238E27FC236}">
                <a16:creationId xmlns:a16="http://schemas.microsoft.com/office/drawing/2014/main" id="{28A6ACFB-D620-056D-1C62-903C5FBCE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19656" y="5943600"/>
            <a:ext cx="4809744" cy="256032"/>
          </a:xfrm>
        </p:spPr>
        <p:txBody>
          <a:bodyPr/>
          <a:lstStyle>
            <a:lvl1pPr marL="0" indent="0" algn="l">
              <a:buNone/>
              <a:defRPr sz="2000" cap="all" spc="200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656" y="2459736"/>
            <a:ext cx="5157216" cy="2670048"/>
          </a:xfrm>
        </p:spPr>
        <p:txBody>
          <a:bodyPr anchor="b"/>
          <a:lstStyle>
            <a:lvl1pPr algn="l">
              <a:lnSpc>
                <a:spcPts val="5200"/>
              </a:lnSpc>
              <a:defRPr sz="360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18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09600"/>
            <a:ext cx="10021824" cy="53949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6F01F221-54DA-6EF2-D9DE-2B9A7AB60B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98448" y="2441448"/>
            <a:ext cx="1828800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BEECCD2-A0EF-0622-7377-A2BAE97865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6200" y="2441448"/>
            <a:ext cx="1828800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DDD9A982-D940-ADB7-F949-B3898D1984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73952" y="2441448"/>
            <a:ext cx="1828800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92630AD-4FA0-C5D3-DC29-AE0E67CB6CA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34272" y="2441448"/>
            <a:ext cx="1828800" cy="18288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4974336"/>
            <a:ext cx="1828800" cy="539496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5596128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86200" y="4974336"/>
            <a:ext cx="1828800" cy="539496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86200" y="5596128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73952" y="4974336"/>
            <a:ext cx="1828800" cy="539496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473952" y="5596128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70848" y="4974336"/>
            <a:ext cx="1828800" cy="539496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70848" y="5596128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6E73E07-0346-2BA8-44BC-6CB3BDEAAA99}"/>
              </a:ext>
            </a:extLst>
          </p:cNvPr>
          <p:cNvCxnSpPr>
            <a:cxnSpLocks/>
          </p:cNvCxnSpPr>
          <p:nvPr userDrawn="1"/>
        </p:nvCxnSpPr>
        <p:spPr>
          <a:xfrm>
            <a:off x="4592478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E62977-27C7-5882-6A33-75257911D09A}"/>
              </a:ext>
            </a:extLst>
          </p:cNvPr>
          <p:cNvCxnSpPr>
            <a:cxnSpLocks/>
          </p:cNvCxnSpPr>
          <p:nvPr userDrawn="1"/>
        </p:nvCxnSpPr>
        <p:spPr>
          <a:xfrm>
            <a:off x="2004720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705476C-2972-A423-7282-BABA9AAB32E6}"/>
              </a:ext>
            </a:extLst>
          </p:cNvPr>
          <p:cNvCxnSpPr>
            <a:cxnSpLocks/>
          </p:cNvCxnSpPr>
          <p:nvPr userDrawn="1"/>
        </p:nvCxnSpPr>
        <p:spPr>
          <a:xfrm>
            <a:off x="9737699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0D781B-3CB4-A523-427F-3D444B28E60E}"/>
              </a:ext>
            </a:extLst>
          </p:cNvPr>
          <p:cNvCxnSpPr>
            <a:cxnSpLocks/>
          </p:cNvCxnSpPr>
          <p:nvPr userDrawn="1"/>
        </p:nvCxnSpPr>
        <p:spPr>
          <a:xfrm>
            <a:off x="7183278" y="4688743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048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609600"/>
            <a:ext cx="10332720" cy="539496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Picture Placeholder 8">
            <a:extLst>
              <a:ext uri="{FF2B5EF4-FFF2-40B4-BE49-F238E27FC236}">
                <a16:creationId xmlns:a16="http://schemas.microsoft.com/office/drawing/2014/main" id="{6F01F221-54DA-6EF2-D9DE-2B9A7AB60B1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36776" y="17556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BEECCD2-A0EF-0622-7377-A2BAE978656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24528" y="17556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DDD9A982-D940-ADB7-F949-B3898D1984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48856" y="17556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92630AD-4FA0-C5D3-DC29-AE0E67CB6CA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381744" y="17556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3300984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37307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86200" y="3300984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86200" y="37307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10528" y="3300984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10528" y="37307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034272" y="3300984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34272" y="37307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42A71B-2F05-7F67-85C0-0C5AA947983D}"/>
              </a:ext>
            </a:extLst>
          </p:cNvPr>
          <p:cNvCxnSpPr>
            <a:cxnSpLocks/>
          </p:cNvCxnSpPr>
          <p:nvPr userDrawn="1"/>
        </p:nvCxnSpPr>
        <p:spPr>
          <a:xfrm>
            <a:off x="4684061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BC25395-CA95-6040-8ED6-C7D8A2E16C49}"/>
              </a:ext>
            </a:extLst>
          </p:cNvPr>
          <p:cNvCxnSpPr>
            <a:cxnSpLocks/>
          </p:cNvCxnSpPr>
          <p:nvPr userDrawn="1"/>
        </p:nvCxnSpPr>
        <p:spPr>
          <a:xfrm>
            <a:off x="2096160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2F589B-649A-57C2-1D3E-79FDFF84BADB}"/>
              </a:ext>
            </a:extLst>
          </p:cNvPr>
          <p:cNvCxnSpPr>
            <a:cxnSpLocks/>
          </p:cNvCxnSpPr>
          <p:nvPr userDrawn="1"/>
        </p:nvCxnSpPr>
        <p:spPr>
          <a:xfrm>
            <a:off x="9837985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F3728F-0FBF-5AD2-357E-FFCFFBF7687E}"/>
              </a:ext>
            </a:extLst>
          </p:cNvPr>
          <p:cNvCxnSpPr>
            <a:cxnSpLocks/>
          </p:cNvCxnSpPr>
          <p:nvPr userDrawn="1"/>
        </p:nvCxnSpPr>
        <p:spPr>
          <a:xfrm>
            <a:off x="7306235" y="3104299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09A756E1-5275-58A9-7B09-95BEA4F4FAC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636776" y="42702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A4DA2F88-85BF-29B8-6321-AF19B25A626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24528" y="42702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4636CEF4-05E9-F5BB-BD6F-6B081DBDCA9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8856" y="42702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67B57C06-A1D0-7C74-6A14-2BFF0B1FC17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81744" y="4270248"/>
            <a:ext cx="1143000" cy="1143000"/>
          </a:xfrm>
          <a:prstGeom prst="ellipse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1025D334-8990-1960-8865-C877ECC47E6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98448" y="5824728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F491CA2-1A10-E7DB-4203-DC7E9E48CC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298448" y="62453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697C28E5-6260-6DA9-B4F0-665506F525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86200" y="5824728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A594A25E-7F2D-4188-16B7-C34485FDD2F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886200" y="62453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584B38BF-6197-486D-7134-F86E1754AF7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510528" y="5824728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3">
            <a:extLst>
              <a:ext uri="{FF2B5EF4-FFF2-40B4-BE49-F238E27FC236}">
                <a16:creationId xmlns:a16="http://schemas.microsoft.com/office/drawing/2014/main" id="{D788F8D9-8CDB-C458-9AAD-0426AB467D2A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10528" y="62453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78447882-2C86-B3A7-9450-29A0778E1B0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034272" y="5824728"/>
            <a:ext cx="1828800" cy="411480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E321AAE1-532A-23F0-9108-055D0D7BDFB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034272" y="6245352"/>
            <a:ext cx="1828800" cy="347472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1BC4478-FBEA-422F-73BA-0A422F15D7EA}"/>
              </a:ext>
            </a:extLst>
          </p:cNvPr>
          <p:cNvCxnSpPr>
            <a:cxnSpLocks/>
          </p:cNvCxnSpPr>
          <p:nvPr userDrawn="1"/>
        </p:nvCxnSpPr>
        <p:spPr>
          <a:xfrm>
            <a:off x="4684061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A9AA302-5107-FDE7-557C-3305A9A7DEC2}"/>
              </a:ext>
            </a:extLst>
          </p:cNvPr>
          <p:cNvCxnSpPr>
            <a:cxnSpLocks/>
          </p:cNvCxnSpPr>
          <p:nvPr userDrawn="1"/>
        </p:nvCxnSpPr>
        <p:spPr>
          <a:xfrm>
            <a:off x="2096160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9C9F7A3-B120-C59A-E379-173F84B7D153}"/>
              </a:ext>
            </a:extLst>
          </p:cNvPr>
          <p:cNvCxnSpPr>
            <a:cxnSpLocks/>
          </p:cNvCxnSpPr>
          <p:nvPr userDrawn="1"/>
        </p:nvCxnSpPr>
        <p:spPr>
          <a:xfrm>
            <a:off x="9837985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073A4E7-9D16-A6C0-E297-A36B10A2FABB}"/>
              </a:ext>
            </a:extLst>
          </p:cNvPr>
          <p:cNvCxnSpPr>
            <a:cxnSpLocks/>
          </p:cNvCxnSpPr>
          <p:nvPr userDrawn="1"/>
        </p:nvCxnSpPr>
        <p:spPr>
          <a:xfrm>
            <a:off x="7306235" y="5623560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777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7068A9B7-F56A-44B7-D61E-66289C79F1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5175504"/>
            <a:ext cx="12188952" cy="168249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088" y="609600"/>
            <a:ext cx="10021824" cy="1252728"/>
          </a:xfrm>
        </p:spPr>
        <p:txBody>
          <a:bodyPr/>
          <a:lstStyle>
            <a:lvl1pPr algn="ctr">
              <a:lnSpc>
                <a:spcPts val="576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83280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83280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68112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468112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52944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552944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42A71B-2F05-7F67-85C0-0C5AA947983D}"/>
              </a:ext>
            </a:extLst>
          </p:cNvPr>
          <p:cNvCxnSpPr>
            <a:cxnSpLocks/>
          </p:cNvCxnSpPr>
          <p:nvPr userDrawn="1"/>
        </p:nvCxnSpPr>
        <p:spPr>
          <a:xfrm>
            <a:off x="3383280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BC25395-CA95-6040-8ED6-C7D8A2E16C49}"/>
              </a:ext>
            </a:extLst>
          </p:cNvPr>
          <p:cNvCxnSpPr>
            <a:cxnSpLocks/>
          </p:cNvCxnSpPr>
          <p:nvPr userDrawn="1"/>
        </p:nvCxnSpPr>
        <p:spPr>
          <a:xfrm>
            <a:off x="9637776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2F589B-649A-57C2-1D3E-79FDFF84BADB}"/>
              </a:ext>
            </a:extLst>
          </p:cNvPr>
          <p:cNvCxnSpPr>
            <a:cxnSpLocks/>
          </p:cNvCxnSpPr>
          <p:nvPr userDrawn="1"/>
        </p:nvCxnSpPr>
        <p:spPr>
          <a:xfrm>
            <a:off x="7552944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1F3728F-0FBF-5AD2-357E-FFCFFBF7687E}"/>
              </a:ext>
            </a:extLst>
          </p:cNvPr>
          <p:cNvCxnSpPr>
            <a:cxnSpLocks/>
          </p:cNvCxnSpPr>
          <p:nvPr userDrawn="1"/>
        </p:nvCxnSpPr>
        <p:spPr>
          <a:xfrm>
            <a:off x="5468112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1025D334-8990-1960-8865-C877ECC47E6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637776" y="2441448"/>
            <a:ext cx="1280160" cy="758952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F491CA2-1A10-E7DB-4203-DC7E9E48CC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637776" y="3730752"/>
            <a:ext cx="128016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A9AA302-5107-FDE7-557C-3305A9A7DEC2}"/>
              </a:ext>
            </a:extLst>
          </p:cNvPr>
          <p:cNvCxnSpPr>
            <a:cxnSpLocks/>
          </p:cNvCxnSpPr>
          <p:nvPr userDrawn="1"/>
        </p:nvCxnSpPr>
        <p:spPr>
          <a:xfrm>
            <a:off x="1298448" y="3438144"/>
            <a:ext cx="22860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106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7068A9B7-F56A-44B7-D61E-66289C79F1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0"/>
            <a:ext cx="12188952" cy="168249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83ED19-9B5E-8852-24D6-62401816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5221224"/>
            <a:ext cx="3621024" cy="621792"/>
          </a:xfrm>
        </p:spPr>
        <p:txBody>
          <a:bodyPr/>
          <a:lstStyle>
            <a:lvl1pPr algn="l">
              <a:lnSpc>
                <a:spcPts val="576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07A8A0-5009-A086-A6AE-542CA46848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46F73-AB2D-A55B-67FD-85A2F20D5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AA3DDCC3-9231-434E-A1D1-8A078DE7BF1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98448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BF27FC0A-1C34-6BFF-806A-6911C16F21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00984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E685B28-FC51-9FE8-2F7E-C8255BD7594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12664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7138E486-F729-AEC8-0C2D-44FA21EDC61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315200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1025D334-8990-1960-8865-C877ECC47E6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21800" y="3351784"/>
            <a:ext cx="1620520" cy="411476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769F54-E10C-40C4-5EFF-E8A9CA520AEC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6E7B1EF-9D07-1E66-7467-93C9AE48BD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19200" y="2871216"/>
            <a:ext cx="9595104" cy="0"/>
          </a:xfrm>
          <a:prstGeom prst="line">
            <a:avLst/>
          </a:prstGeom>
          <a:ln w="12700" cap="flat" cmpd="sng" algn="ctr">
            <a:solidFill>
              <a:schemeClr val="accent1"/>
            </a:solidFill>
            <a:prstDash val="solid"/>
            <a:round/>
            <a:headEnd type="triangl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970A1046-F88C-E11E-0E2E-A7F3AEDB3A2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98448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EF94CC5A-0B90-D0D3-CF42-2A9B863317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00984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472F1E6-DAE5-AE6D-F688-575FC243CD0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12664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182FA8-4DA0-527F-89C3-96D9A996F2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315200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3">
            <a:extLst>
              <a:ext uri="{FF2B5EF4-FFF2-40B4-BE49-F238E27FC236}">
                <a16:creationId xmlns:a16="http://schemas.microsoft.com/office/drawing/2014/main" id="{7F491CA2-1A10-E7DB-4203-DC7E9E48CCF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321800" y="3803904"/>
            <a:ext cx="1620520" cy="11430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158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5476138-49FF-70BE-6359-0A511EFB243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00984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6EFC43B-3F8D-6957-F343-F3D9C3E7A71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98448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D6007DD2-0F2E-6F92-8457-FC670750ED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312664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06C5667F-C463-51B6-B8D6-F757BDB8AFC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15200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FF09CBB-BD48-E8E5-EECF-B6CBC36B236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21800" y="2638738"/>
            <a:ext cx="91440" cy="41148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333783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881D2A-2C75-8B2A-DA41-F42ABBA59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56832" cy="6858000"/>
          </a:xfrm>
          <a:custGeom>
            <a:avLst/>
            <a:gdLst>
              <a:gd name="connsiteX0" fmla="*/ 1295400 w 6656832"/>
              <a:gd name="connsiteY0" fmla="*/ 1492377 h 6858000"/>
              <a:gd name="connsiteX1" fmla="*/ 1295400 w 6656832"/>
              <a:gd name="connsiteY1" fmla="*/ 1580679 h 6858000"/>
              <a:gd name="connsiteX2" fmla="*/ 1704975 w 6656832"/>
              <a:gd name="connsiteY2" fmla="*/ 1580679 h 6858000"/>
              <a:gd name="connsiteX3" fmla="*/ 1704975 w 6656832"/>
              <a:gd name="connsiteY3" fmla="*/ 1492377 h 6858000"/>
              <a:gd name="connsiteX4" fmla="*/ 0 w 6656832"/>
              <a:gd name="connsiteY4" fmla="*/ 0 h 6858000"/>
              <a:gd name="connsiteX5" fmla="*/ 6656832 w 6656832"/>
              <a:gd name="connsiteY5" fmla="*/ 0 h 6858000"/>
              <a:gd name="connsiteX6" fmla="*/ 6656832 w 6656832"/>
              <a:gd name="connsiteY6" fmla="*/ 6858000 h 6858000"/>
              <a:gd name="connsiteX7" fmla="*/ 0 w 665683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56832" h="6858000">
                <a:moveTo>
                  <a:pt x="1295400" y="1492377"/>
                </a:moveTo>
                <a:lnTo>
                  <a:pt x="1295400" y="1580679"/>
                </a:lnTo>
                <a:lnTo>
                  <a:pt x="1704975" y="1580679"/>
                </a:lnTo>
                <a:lnTo>
                  <a:pt x="1704975" y="1492377"/>
                </a:lnTo>
                <a:close/>
                <a:moveTo>
                  <a:pt x="0" y="0"/>
                </a:moveTo>
                <a:lnTo>
                  <a:pt x="6656832" y="0"/>
                </a:lnTo>
                <a:lnTo>
                  <a:pt x="665683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609600"/>
            <a:ext cx="6656832" cy="530352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CA7A15A-B484-E46E-FF4D-179F31F17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8448" y="2209800"/>
            <a:ext cx="4495744" cy="4648200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310896" tIns="365760" rIns="274320" anchor="t">
            <a:noAutofit/>
          </a:bodyPr>
          <a:lstStyle>
            <a:lvl1pPr marL="0" indent="0">
              <a:lnSpc>
                <a:spcPts val="240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18488" y="3630168"/>
            <a:ext cx="3886200" cy="2514600"/>
          </a:xfrm>
        </p:spPr>
        <p:txBody>
          <a:bodyPr/>
          <a:lstStyle>
            <a:lvl1pPr marL="0" indent="0">
              <a:buNone/>
              <a:defRPr sz="1400"/>
            </a:lvl1pPr>
            <a:lvl2pPr marL="228600">
              <a:defRPr sz="1400"/>
            </a:lvl2pPr>
            <a:lvl3pPr marL="457200">
              <a:defRPr sz="1400"/>
            </a:lvl3pPr>
            <a:lvl4pPr marL="685800">
              <a:defRPr sz="1400"/>
            </a:lvl4pPr>
            <a:lvl5pPr marL="1143000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123542D-139D-45CC-7853-FE3702B4B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05600" y="2209800"/>
            <a:ext cx="4495744" cy="4648200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310896" tIns="365760" rIns="274320" anchor="t" anchorCtr="0">
            <a:noAutofit/>
          </a:bodyPr>
          <a:lstStyle>
            <a:lvl1pPr marL="0" indent="0">
              <a:lnSpc>
                <a:spcPts val="240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013448" y="3630168"/>
            <a:ext cx="3886200" cy="2514600"/>
          </a:xfrm>
        </p:spPr>
        <p:txBody>
          <a:bodyPr/>
          <a:lstStyle>
            <a:lvl1pPr marL="0" indent="0">
              <a:buNone/>
              <a:defRPr sz="1400"/>
            </a:lvl1pPr>
            <a:lvl2pPr marL="228600">
              <a:defRPr sz="1400"/>
            </a:lvl2pPr>
            <a:lvl3pPr marL="457200">
              <a:defRPr sz="1400"/>
            </a:lvl3pPr>
            <a:lvl4pPr marL="685800">
              <a:defRPr sz="1400"/>
            </a:lvl4pPr>
            <a:lvl5pPr marL="1143000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9A9D2-C6ED-A99E-6041-56B5688418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71F094C-919A-3E78-DE58-27C2B997C94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896335-CC4F-4D72-23F0-F7FBFA640021}"/>
              </a:ext>
            </a:extLst>
          </p:cNvPr>
          <p:cNvSpPr/>
          <p:nvPr userDrawn="1"/>
        </p:nvSpPr>
        <p:spPr>
          <a:xfrm>
            <a:off x="1295400" y="1492377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zon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9EF4E7-F4EF-FFCD-9B0C-961E519F6DDD}"/>
              </a:ext>
            </a:extLst>
          </p:cNvPr>
          <p:cNvSpPr/>
          <p:nvPr userDrawn="1"/>
        </p:nvSpPr>
        <p:spPr>
          <a:xfrm>
            <a:off x="5791200" y="0"/>
            <a:ext cx="64008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4014216"/>
            <a:ext cx="4160520" cy="1828800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CA7A15A-B484-E46E-FF4D-179F31F17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98080" y="621792"/>
            <a:ext cx="4114800" cy="347472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noFill/>
        </p:spPr>
        <p:txBody>
          <a:bodyPr wrap="square" lIns="0" tIns="0" rIns="0" anchor="b">
            <a:noAutofit/>
          </a:bodyPr>
          <a:lstStyle>
            <a:lvl1pPr marL="0" indent="0">
              <a:lnSpc>
                <a:spcPts val="172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98080" y="1069848"/>
            <a:ext cx="3886200" cy="152704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/>
            </a:lvl1pPr>
            <a:lvl2pPr marL="228600">
              <a:lnSpc>
                <a:spcPct val="100000"/>
              </a:lnSpc>
              <a:defRPr sz="1400"/>
            </a:lvl2pPr>
            <a:lvl3pPr marL="457200">
              <a:lnSpc>
                <a:spcPct val="100000"/>
              </a:lnSpc>
              <a:defRPr sz="1400"/>
            </a:lvl3pPr>
            <a:lvl4pPr marL="685800">
              <a:lnSpc>
                <a:spcPct val="100000"/>
              </a:lnSpc>
              <a:defRPr sz="1400"/>
            </a:lvl4pPr>
            <a:lvl5pPr marL="1143000"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123542D-139D-45CC-7853-FE3702B4B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98080" y="3172968"/>
            <a:ext cx="4114800" cy="347472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noFill/>
        </p:spPr>
        <p:txBody>
          <a:bodyPr wrap="square" lIns="0" tIns="0" rIns="0" anchor="b" anchorCtr="0">
            <a:noAutofit/>
          </a:bodyPr>
          <a:lstStyle>
            <a:lvl1pPr marL="0" indent="0">
              <a:lnSpc>
                <a:spcPts val="172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98080" y="3621024"/>
            <a:ext cx="3886200" cy="117957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/>
            </a:lvl1pPr>
            <a:lvl2pPr marL="228600">
              <a:lnSpc>
                <a:spcPct val="100000"/>
              </a:lnSpc>
              <a:defRPr sz="1400"/>
            </a:lvl2pPr>
            <a:lvl3pPr marL="457200">
              <a:lnSpc>
                <a:spcPct val="100000"/>
              </a:lnSpc>
              <a:defRPr sz="1400"/>
            </a:lvl3pPr>
            <a:lvl4pPr marL="685800">
              <a:lnSpc>
                <a:spcPct val="100000"/>
              </a:lnSpc>
              <a:defRPr sz="1400"/>
            </a:lvl4pPr>
            <a:lvl5pPr marL="1143000"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9A9D2-C6ED-A99E-6041-56B5688418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71F094C-919A-3E78-DE58-27C2B997C94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D6DBECB-0E53-C186-A485-96A8FC1252C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98448" y="612648"/>
            <a:ext cx="3200400" cy="3200400"/>
          </a:xfrm>
          <a:prstGeom prst="ellipse">
            <a:avLst/>
          </a:prstGeo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F0B28D44-29B3-3396-973D-82E3611612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98080" y="5129784"/>
            <a:ext cx="4114800" cy="347472"/>
          </a:xfrm>
          <a:custGeom>
            <a:avLst/>
            <a:gdLst>
              <a:gd name="connsiteX0" fmla="*/ 0 w 4495744"/>
              <a:gd name="connsiteY0" fmla="*/ 0 h 4648200"/>
              <a:gd name="connsiteX1" fmla="*/ 4495744 w 4495744"/>
              <a:gd name="connsiteY1" fmla="*/ 0 h 4648200"/>
              <a:gd name="connsiteX2" fmla="*/ 4495744 w 4495744"/>
              <a:gd name="connsiteY2" fmla="*/ 4648200 h 4648200"/>
              <a:gd name="connsiteX3" fmla="*/ 0 w 4495744"/>
              <a:gd name="connsiteY3" fmla="*/ 4648200 h 464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95744" h="4648200">
                <a:moveTo>
                  <a:pt x="0" y="0"/>
                </a:moveTo>
                <a:lnTo>
                  <a:pt x="4495744" y="0"/>
                </a:lnTo>
                <a:lnTo>
                  <a:pt x="4495744" y="4648200"/>
                </a:lnTo>
                <a:lnTo>
                  <a:pt x="0" y="4648200"/>
                </a:lnTo>
                <a:close/>
              </a:path>
            </a:pathLst>
          </a:custGeom>
          <a:noFill/>
        </p:spPr>
        <p:txBody>
          <a:bodyPr wrap="square" lIns="0" tIns="0" rIns="0" anchor="b" anchorCtr="0">
            <a:noAutofit/>
          </a:bodyPr>
          <a:lstStyle>
            <a:lvl1pPr marL="0" indent="0">
              <a:lnSpc>
                <a:spcPts val="1720"/>
              </a:lnSpc>
              <a:buNone/>
              <a:defRPr sz="2000" b="0" i="0" cap="all" spc="200" baseline="0">
                <a:latin typeface="+mj-lt"/>
                <a:cs typeface="Posterama" panose="020B0504020200020000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C06156AC-1153-3958-CFE6-6CDCC21C38A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8080" y="5568696"/>
            <a:ext cx="3886200" cy="90525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400"/>
            </a:lvl1pPr>
            <a:lvl2pPr marL="228600">
              <a:lnSpc>
                <a:spcPct val="100000"/>
              </a:lnSpc>
              <a:defRPr sz="1400"/>
            </a:lvl2pPr>
            <a:lvl3pPr marL="457200">
              <a:lnSpc>
                <a:spcPct val="100000"/>
              </a:lnSpc>
              <a:defRPr sz="1400"/>
            </a:lvl3pPr>
            <a:lvl4pPr marL="685800">
              <a:lnSpc>
                <a:spcPct val="100000"/>
              </a:lnSpc>
              <a:defRPr sz="1400"/>
            </a:lvl4pPr>
            <a:lvl5pPr marL="1143000"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4CE90CA-176B-1E45-FECF-0290B1DCF55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45352" y="704088"/>
            <a:ext cx="914400" cy="91440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365BC287-99EE-D6FA-48B9-1E6FFE9357E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45352" y="3273552"/>
            <a:ext cx="914400" cy="91440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ECE7A377-A1E6-77DF-79F9-F251BD75774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45352" y="5166360"/>
            <a:ext cx="914400" cy="91440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D976B1-BEF2-CB69-E97E-A6DAD1F04689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3116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358819-7D9B-11CB-DBC5-CC8BC5C076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EB2EEB-FE70-98B2-9437-0E1E91F92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FAA902D-BDC9-E5AF-D40D-7B8DE616EBE0}"/>
              </a:ext>
            </a:extLst>
          </p:cNvPr>
          <p:cNvCxnSpPr>
            <a:cxnSpLocks/>
          </p:cNvCxnSpPr>
          <p:nvPr userDrawn="1"/>
        </p:nvCxnSpPr>
        <p:spPr>
          <a:xfrm>
            <a:off x="5890260" y="1536192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2A4017E-4CAA-8499-38AE-3A3306A7EB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34640" y="2057400"/>
            <a:ext cx="6519672" cy="2971800"/>
          </a:xfrm>
          <a:solidFill>
            <a:schemeClr val="accent4"/>
          </a:solidFill>
        </p:spPr>
        <p:txBody>
          <a:bodyPr lIns="576072" tIns="228600" rIns="576072" bIns="228600" anchor="ctr"/>
          <a:lstStyle>
            <a:lvl1pPr marL="0" indent="0" algn="ctr">
              <a:lnSpc>
                <a:spcPts val="2460"/>
              </a:lnSpc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9103CB5-F9EF-D6DA-A5D4-DCCAEBEBE6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71216" y="5330952"/>
            <a:ext cx="6519672" cy="1527048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17F00C-8F19-CB9F-D5BF-9A5F4C77E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6324" y="609600"/>
            <a:ext cx="3959352" cy="53035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6269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8C402F40-958A-D2BF-629C-39B659EC9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12191999" cy="6858000"/>
          </a:xfrm>
          <a:custGeom>
            <a:avLst/>
            <a:gdLst>
              <a:gd name="connsiteX0" fmla="*/ 5890261 w 12191999"/>
              <a:gd name="connsiteY0" fmla="*/ 4496651 h 6858000"/>
              <a:gd name="connsiteX1" fmla="*/ 5890261 w 12191999"/>
              <a:gd name="connsiteY1" fmla="*/ 4584953 h 6858000"/>
              <a:gd name="connsiteX2" fmla="*/ 6299835 w 12191999"/>
              <a:gd name="connsiteY2" fmla="*/ 4584953 h 6858000"/>
              <a:gd name="connsiteX3" fmla="*/ 6299835 w 12191999"/>
              <a:gd name="connsiteY3" fmla="*/ 4496651 h 6858000"/>
              <a:gd name="connsiteX4" fmla="*/ 0 w 12191999"/>
              <a:gd name="connsiteY4" fmla="*/ 0 h 6858000"/>
              <a:gd name="connsiteX5" fmla="*/ 12191999 w 12191999"/>
              <a:gd name="connsiteY5" fmla="*/ 0 h 6858000"/>
              <a:gd name="connsiteX6" fmla="*/ 12191999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5890261" y="4496651"/>
                </a:moveTo>
                <a:lnTo>
                  <a:pt x="5890261" y="4584953"/>
                </a:lnTo>
                <a:lnTo>
                  <a:pt x="6299835" y="4584953"/>
                </a:lnTo>
                <a:lnTo>
                  <a:pt x="6299835" y="4496651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715" y="1485302"/>
            <a:ext cx="9120570" cy="3887396"/>
          </a:xfrm>
          <a:custGeom>
            <a:avLst/>
            <a:gdLst>
              <a:gd name="connsiteX0" fmla="*/ 4354545 w 9120570"/>
              <a:gd name="connsiteY0" fmla="*/ 3011350 h 3887396"/>
              <a:gd name="connsiteX1" fmla="*/ 4354545 w 9120570"/>
              <a:gd name="connsiteY1" fmla="*/ 3099652 h 3887396"/>
              <a:gd name="connsiteX2" fmla="*/ 4764120 w 9120570"/>
              <a:gd name="connsiteY2" fmla="*/ 3099652 h 3887396"/>
              <a:gd name="connsiteX3" fmla="*/ 4764120 w 9120570"/>
              <a:gd name="connsiteY3" fmla="*/ 3011350 h 3887396"/>
              <a:gd name="connsiteX4" fmla="*/ 0 w 9120570"/>
              <a:gd name="connsiteY4" fmla="*/ 0 h 3887396"/>
              <a:gd name="connsiteX5" fmla="*/ 9120570 w 9120570"/>
              <a:gd name="connsiteY5" fmla="*/ 0 h 3887396"/>
              <a:gd name="connsiteX6" fmla="*/ 9120570 w 9120570"/>
              <a:gd name="connsiteY6" fmla="*/ 3887396 h 3887396"/>
              <a:gd name="connsiteX7" fmla="*/ 0 w 9120570"/>
              <a:gd name="connsiteY7" fmla="*/ 3887396 h 388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20570" h="3887396">
                <a:moveTo>
                  <a:pt x="4354545" y="3011350"/>
                </a:moveTo>
                <a:lnTo>
                  <a:pt x="4354545" y="3099652"/>
                </a:lnTo>
                <a:lnTo>
                  <a:pt x="4764120" y="3099652"/>
                </a:lnTo>
                <a:lnTo>
                  <a:pt x="4764120" y="3011350"/>
                </a:lnTo>
                <a:close/>
                <a:moveTo>
                  <a:pt x="0" y="0"/>
                </a:moveTo>
                <a:lnTo>
                  <a:pt x="9120570" y="0"/>
                </a:lnTo>
                <a:lnTo>
                  <a:pt x="9120570" y="3887396"/>
                </a:lnTo>
                <a:lnTo>
                  <a:pt x="0" y="388739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txBody>
          <a:bodyPr wrap="square" bIns="1097280" anchor="b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612648"/>
            <a:ext cx="2286000" cy="228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5751576"/>
            <a:ext cx="9116568" cy="722376"/>
          </a:xfrm>
        </p:spPr>
        <p:txBody>
          <a:bodyPr anchor="ctr"/>
          <a:lstStyle>
            <a:lvl1pPr marL="0" indent="0" algn="ctr">
              <a:buNone/>
              <a:defRPr sz="20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9017C4-5BB0-DF6F-781B-FB81A3A5D977}"/>
              </a:ext>
            </a:extLst>
          </p:cNvPr>
          <p:cNvSpPr/>
          <p:nvPr userDrawn="1"/>
        </p:nvSpPr>
        <p:spPr>
          <a:xfrm>
            <a:off x="5890260" y="449665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4BC7BE-FECC-8573-D4F0-FA004B4A04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DB0707-D3A6-4BF0-3225-EC3851AD73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AE946-135C-E4E8-BA60-64AB48B87F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D67329-9F30-BEB7-31E2-FECA7FD59B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0684" y="987425"/>
            <a:ext cx="612470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844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183587-0236-046F-3B80-4D4EEA7A80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0C67779-9FAD-3FE4-5C67-7E5313C03B4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44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0684" y="993775"/>
            <a:ext cx="612470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844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70A4E-ED43-B5A1-F8FE-762E21A30A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4125545-56D8-5212-AA45-63F7C1DBF10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010F9766-B67A-A34E-2927-9A2D6360F7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242952" y="1451496"/>
            <a:ext cx="1784352" cy="18945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 cap="all" spc="1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0A131BE-DFE5-28BE-2AF8-50ADF9AFDB94}"/>
              </a:ext>
            </a:extLst>
          </p:cNvPr>
          <p:cNvCxnSpPr>
            <a:cxnSpLocks/>
          </p:cNvCxnSpPr>
          <p:nvPr userDrawn="1"/>
        </p:nvCxnSpPr>
        <p:spPr>
          <a:xfrm>
            <a:off x="649224" y="2667000"/>
            <a:ext cx="0" cy="31242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53" r:id="rId12"/>
    <p:sldLayoutId id="2147483671" r:id="rId13"/>
    <p:sldLayoutId id="2147483672" r:id="rId14"/>
    <p:sldLayoutId id="2147483673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petri dish with some transparent capsules">
            <a:extLst>
              <a:ext uri="{FF2B5EF4-FFF2-40B4-BE49-F238E27FC236}">
                <a16:creationId xmlns:a16="http://schemas.microsoft.com/office/drawing/2014/main" id="{F8B829FC-0ACD-46C3-5D7E-74FB2C721D7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98745" y="818295"/>
            <a:ext cx="7543800" cy="502920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8" y="3108960"/>
            <a:ext cx="10515600" cy="640080"/>
          </a:xfrm>
        </p:spPr>
        <p:txBody>
          <a:bodyPr/>
          <a:lstStyle/>
          <a:p>
            <a:r>
              <a:rPr lang="en-US" dirty="0"/>
              <a:t>HR </a:t>
            </a:r>
            <a:r>
              <a:rPr lang="en-US" dirty="0" err="1"/>
              <a:t>analetics</a:t>
            </a:r>
            <a:r>
              <a:rPr lang="en-US" dirty="0"/>
              <a:t> 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685" y="639987"/>
            <a:ext cx="10036629" cy="356616"/>
          </a:xfrm>
        </p:spPr>
        <p:txBody>
          <a:bodyPr/>
          <a:lstStyle/>
          <a:p>
            <a:r>
              <a:rPr lang="en-US" dirty="0"/>
              <a:t>​project</a:t>
            </a: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EDB55-C0CF-1610-24F0-07462C63BCE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6DE2E-F5E3-8CAF-A5C3-E67C03F538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38CD2-9585-7E51-5359-D52935A77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Introduction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Problem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terminology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Data cleaning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Data exploration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/>
              <a:t>Model </a:t>
            </a:r>
            <a:r>
              <a:rPr lang="en-US" dirty="0" err="1"/>
              <a:t>bulding</a:t>
            </a: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AD9513DC-2F6A-D46D-6CE4-B61B74110EB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602" r="602"/>
          <a:stretch>
            <a:fillRect/>
          </a:stretch>
        </p:blipFill>
        <p:spPr>
          <a:xfrm>
            <a:off x="4946904" y="1188720"/>
            <a:ext cx="6638544" cy="4992624"/>
          </a:xfrm>
        </p:spPr>
      </p:pic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4788-646A-CF90-D67D-14752A717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D8BC6-DD9D-7F06-3B9F-9F2B462E498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86F16-C3E1-6E51-D140-EF50382CA4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9C890-ADC6-0AA7-BBC0-05E856AA7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9824" y="2021757"/>
            <a:ext cx="5760720" cy="3319272"/>
          </a:xfrm>
        </p:spPr>
        <p:txBody>
          <a:bodyPr/>
          <a:lstStyle/>
          <a:p>
            <a:pPr algn="l"/>
            <a:r>
              <a:rPr lang="en-US" sz="1800" b="0" i="0" u="none" strike="noStrike" baseline="0" dirty="0">
                <a:latin typeface="TimesNewRoman"/>
              </a:rPr>
              <a:t>employee attrition is an </a:t>
            </a:r>
            <a:r>
              <a:rPr lang="en-US" sz="1800" b="0" i="1" u="none" strike="noStrike" baseline="0" dirty="0">
                <a:latin typeface="TimesNewRoman,Italic"/>
              </a:rPr>
              <a:t>Unpredictable and uncontrollable,</a:t>
            </a:r>
          </a:p>
          <a:p>
            <a:pPr algn="l"/>
            <a:r>
              <a:rPr lang="en-US" sz="1800" b="0" i="1" u="none" strike="noStrike" baseline="0" dirty="0">
                <a:latin typeface="TimesNewRoman,Italic"/>
              </a:rPr>
              <a:t>but normal, reduction of work force due to resignations, retirement, sickness, or death</a:t>
            </a:r>
            <a:r>
              <a:rPr lang="en-US" sz="1800" b="0" i="0" u="none" strike="noStrike" baseline="0" dirty="0">
                <a:latin typeface="TimesNewRoman"/>
              </a:rPr>
              <a:t>. However</a:t>
            </a:r>
          </a:p>
          <a:p>
            <a:pPr algn="l"/>
            <a:r>
              <a:rPr lang="en-US" sz="1800" b="0" i="0" u="none" strike="noStrike" baseline="0" dirty="0">
                <a:latin typeface="TimesNewRoman"/>
              </a:rPr>
              <a:t>there are some statistical procedures or techniques, through which employee attrition can be</a:t>
            </a:r>
          </a:p>
          <a:p>
            <a:pPr algn="l"/>
            <a:r>
              <a:rPr lang="en-US" sz="1800" b="0" i="0" u="none" strike="noStrike" baseline="0" dirty="0">
                <a:latin typeface="TimesNewRoman"/>
              </a:rPr>
              <a:t>predicted. This paper is an attempt to show how attrition can be predicted using logistic</a:t>
            </a:r>
          </a:p>
          <a:p>
            <a:pPr algn="l"/>
            <a:r>
              <a:rPr lang="en-US" sz="1800" b="0" i="0" u="none" strike="noStrike" baseline="0" dirty="0">
                <a:latin typeface="TimesNewRoman"/>
              </a:rPr>
              <a:t>regression thus can be controlled.</a:t>
            </a:r>
            <a:endParaRPr lang="en-US" sz="2000" spc="0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A160EF57-3079-A9EE-A9FC-502958340EF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6667" r="1666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810133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924A06-2533-68FE-6815-A6208AD97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0596" y="503853"/>
            <a:ext cx="8110728" cy="457200"/>
          </a:xfrm>
        </p:spPr>
        <p:txBody>
          <a:bodyPr/>
          <a:lstStyle/>
          <a:p>
            <a:r>
              <a:rPr lang="en-US" dirty="0"/>
              <a:t>Problem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A54827-FBCD-7EA0-1F07-39089FD30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0767" y="1300899"/>
            <a:ext cx="11180190" cy="541098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TimesNewRoman"/>
              </a:rPr>
              <a:t>Attrition is a big problem in industries like IT, BPO and KPO etc. This problem can be attributed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TimesNewRoman"/>
              </a:rPr>
              <a:t>to dissatisfaction to various aspects of a job, for example career aspirations, work location, salary, WORK LODE , IMPRUMENT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TimesNewRoman"/>
              </a:rPr>
              <a:t>performance management, job satisfaction, managers and many more.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TimesNewRoman"/>
              </a:rPr>
              <a:t>Employee attrition control is critical to the long term health and success of any organization.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TimesNewRoman"/>
              </a:rPr>
              <a:t>Staffing costs are one of the largest expenses regularly charged to the budget of organizations.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TimesNewRoman"/>
              </a:rPr>
              <a:t>With salaries, benefits, bonuses, training and other personnel costs, companies invest a great deal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TimesNewRoman"/>
              </a:rPr>
              <a:t>of resources in their employees. To reduce the cost of attrition, organizations need to ensure that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TimesNewRoman"/>
              </a:rPr>
              <a:t>employees’ aspirations are met. It is a known fact that retaining the best employees ensures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TimesNewRoman"/>
              </a:rPr>
              <a:t>customer satisfaction, increased revenues and satisfied colleagues and staff.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417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924A06-2533-68FE-6815-A6208AD97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0596" y="503853"/>
            <a:ext cx="8110728" cy="457200"/>
          </a:xfrm>
        </p:spPr>
        <p:txBody>
          <a:bodyPr/>
          <a:lstStyle/>
          <a:p>
            <a:r>
              <a:rPr lang="en-US" dirty="0"/>
              <a:t>TERMINOLOGY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EA54827-FBCD-7EA0-1F07-39089FD30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113" y="1423447"/>
            <a:ext cx="11255604" cy="3101419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>
                <a:latin typeface="TimesNewRoman"/>
              </a:rPr>
              <a:t>Data Collection and Business Understanding: collecting and analyzing the data to grasp better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>
                <a:latin typeface="TimesNewRoman"/>
              </a:rPr>
              <a:t>what should be the main goals of the study.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>
                <a:latin typeface="Symbol" panose="05050102010706020507" pitchFamily="18" charset="2"/>
              </a:rPr>
              <a:t> </a:t>
            </a:r>
            <a:r>
              <a:rPr lang="en-US" sz="1400" b="0" i="0" u="none" strike="noStrike" baseline="0" dirty="0">
                <a:latin typeface="TimesNewRoman"/>
              </a:rPr>
              <a:t>Data Pre-processing: pre-process the data to suit them with the analysis method. The preprocessing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>
                <a:latin typeface="TimesNewRoman"/>
              </a:rPr>
              <a:t>may involve cleaning up the data, transforming the data, or creating new variables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>
                <a:latin typeface="TimesNewRoman"/>
              </a:rPr>
              <a:t>that may bring useful information for the analysis steps.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>
                <a:latin typeface="Symbol" panose="05050102010706020507" pitchFamily="18" charset="2"/>
              </a:rPr>
              <a:t> </a:t>
            </a:r>
            <a:r>
              <a:rPr lang="en-US" sz="1400" b="0" i="0" u="none" strike="noStrike" baseline="0" dirty="0">
                <a:latin typeface="TimesNewRoman"/>
              </a:rPr>
              <a:t>Exploratory Data Analysis (EDA): this step create textual and visual summaries of the dataset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>
                <a:latin typeface="TimesNewRoman"/>
              </a:rPr>
              <a:t>that highlight some characteristics of the data.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>
                <a:latin typeface="Symbol" panose="05050102010706020507" pitchFamily="18" charset="2"/>
              </a:rPr>
              <a:t> </a:t>
            </a:r>
            <a:r>
              <a:rPr lang="en-US" sz="1400" b="0" i="0" u="none" strike="noStrike" baseline="0" dirty="0">
                <a:latin typeface="TimesNewRoman"/>
              </a:rPr>
              <a:t>Model Selection and Training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>
                <a:latin typeface="Symbol" panose="05050102010706020507" pitchFamily="18" charset="2"/>
              </a:rPr>
              <a:t> </a:t>
            </a:r>
            <a:r>
              <a:rPr lang="en-US" sz="1400" b="0" i="0" u="none" strike="noStrike" baseline="0" dirty="0">
                <a:latin typeface="TimesNewRoman"/>
              </a:rPr>
              <a:t>Test and Evaluate the Model: evaluate the performance of the proposed models.</a:t>
            </a:r>
            <a:endParaRPr lang="en-US" sz="1400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0C9002B-2495-EAAC-790F-FE83026817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5083987"/>
              </p:ext>
            </p:extLst>
          </p:nvPr>
        </p:nvGraphicFramePr>
        <p:xfrm>
          <a:off x="157113" y="3101418"/>
          <a:ext cx="11489182" cy="46097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20373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9308A-4F34-CD18-E75F-030B6BC75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54524"/>
            <a:ext cx="12192000" cy="6603477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The methodology adopted in this work relates to the TDSP framework, Team Data Science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Process the scientific data analysis process is an agile and iterative data science methodology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designed to offer predictive analysis solutions and efficient, intelligent applications.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The TDSP methodology is applied to look for the reasons of employee attrition and to build 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predictive model according to the following phases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Collect the employee dataset, which consists of current and past employee observations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Apply various data cleaning techniques to prepare the dataset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Start a descriptive analysis of data to detect the key factors and trends that contribute to attrition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URWPalladioL-Rom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 Elaborate the dataset for the training and testing phase and try several classification algorithms to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process it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Based on the results collected with test data, compare many performance metrics of machine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learning models and select which model best fits and gives the most accurate results for the given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problem  and release HR support software that implements the classification model.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676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E31DF-7A65-925F-3A83-F62DFCE2A22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4DDCD-707A-A5D7-B2C6-B463856CE2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D03185C-FB50-A23D-15A4-FD39574D6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022" y="534185"/>
            <a:ext cx="5802985" cy="40849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1" i="0" u="none" strike="noStrike" baseline="0" dirty="0">
                <a:latin typeface="URWPalladioL-Roma"/>
              </a:rPr>
              <a:t>Phases of the analysis process</a:t>
            </a:r>
            <a:endParaRPr lang="en-US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29D23EE-E0CA-FBB5-780A-3BD279EA5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22" y="1093509"/>
            <a:ext cx="9272048" cy="316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693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9308A-4F34-CD18-E75F-030B6BC75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3121" y="1602557"/>
            <a:ext cx="11255604" cy="5891751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URWPalladioL-Roma"/>
              </a:rPr>
              <a:t>Data preparation is one of the most important aspects of machine learning; it is usually complex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URWPalladioL-Roma"/>
              </a:rPr>
              <a:t>and often requires rather a lot of time. In fact, it has been calculated that on average this operation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URWPalladioL-Roma"/>
              </a:rPr>
              <a:t>requires 60% of the time and energy spent on a data science project [</a:t>
            </a:r>
            <a:r>
              <a:rPr lang="en-US" sz="1800" b="0" i="0" u="none" strike="noStrike" baseline="0">
                <a:solidFill>
                  <a:srgbClr val="0875B8"/>
                </a:solidFill>
                <a:latin typeface="URWPalladioL-Roma"/>
              </a:rPr>
              <a:t>33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URWPalladioL-Roma"/>
              </a:rPr>
              <a:t>]. Therefore, attention should be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URWPalladioL-Roma"/>
              </a:rPr>
              <a:t>paid to the preliminary stages of Business Understanding and Data Understanding, which will simplify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URWPalladioL-Roma"/>
              </a:rPr>
              <a:t>the next stages of the process. The first performed activity was the data selection: the data relevant to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URWPalladioL-Roma"/>
              </a:rPr>
              <a:t>the target was selected from the initial dataset; characteristics considered less significant or redundant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URWPalladioL-Roma"/>
              </a:rPr>
              <a:t>were removed, such as the progressive number of the employee (1, 2, 3, . . . ), flags marking over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URWPalladioL-Roma"/>
              </a:rPr>
              <a:t>18s (the “age” variable), hourly and weekly rates (monthly rates are also present). Then, “null” and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URWPalladioL-Roma"/>
              </a:rPr>
              <a:t>“undefined” values or duplicate records were identified, since they could inadvertently influence the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AE8DA6-F958-7999-E8AF-2A86E6B2C435}"/>
              </a:ext>
            </a:extLst>
          </p:cNvPr>
          <p:cNvSpPr txBox="1"/>
          <p:nvPr/>
        </p:nvSpPr>
        <p:spPr>
          <a:xfrm>
            <a:off x="471340" y="282804"/>
            <a:ext cx="4675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0" i="0" u="none" strike="noStrike" baseline="0" dirty="0">
                <a:latin typeface="URWPalladioL-Roma"/>
              </a:rPr>
              <a:t>Data Cleaning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84576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B752C1-AFBE-3E92-E4FA-7B9002360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33631" y="513536"/>
            <a:ext cx="8110728" cy="45720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0" i="0" u="none" strike="noStrike" baseline="0" dirty="0">
                <a:solidFill>
                  <a:srgbClr val="000000"/>
                </a:solidFill>
                <a:latin typeface="URWPalladioL-Roma"/>
              </a:rPr>
              <a:t>Data</a:t>
            </a:r>
            <a:r>
              <a:rPr lang="en-US" sz="4800" b="0" i="0" u="none" strike="noStrike" baseline="0" dirty="0">
                <a:solidFill>
                  <a:srgbClr val="000000"/>
                </a:solidFill>
                <a:latin typeface="URWPalladioL-Roma"/>
              </a:rPr>
              <a:t> </a:t>
            </a:r>
            <a:r>
              <a:rPr lang="en-US" sz="3600" b="0" i="0" u="none" strike="noStrike" baseline="0" dirty="0">
                <a:solidFill>
                  <a:srgbClr val="000000"/>
                </a:solidFill>
                <a:latin typeface="URWPalladioL-Roma"/>
              </a:rPr>
              <a:t>Exploration</a:t>
            </a:r>
            <a:br>
              <a:rPr lang="en-US" sz="4800" b="0" i="0" u="none" strike="noStrike" baseline="0" dirty="0">
                <a:solidFill>
                  <a:srgbClr val="000000"/>
                </a:solidFill>
                <a:latin typeface="URWPalladioL-Roma"/>
              </a:rPr>
            </a:b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7D2023-D687-C458-5B8C-D9C93885E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808811"/>
            <a:ext cx="11217898" cy="2507530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At this point we generated the descriptive statistics of the dataset in order to observe the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characteristics of all variables. We considered the following variables: count, unique, top, frequency,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mean, standard deviation (std), minimum and maximum values (min/max), 25%/50%/75% percentile.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An extract of the overall dataset is reported in Figure </a:t>
            </a:r>
            <a:r>
              <a:rPr lang="en-US" sz="1800" b="0" i="0" u="none" strike="noStrike" baseline="0" dirty="0">
                <a:solidFill>
                  <a:srgbClr val="0875B8"/>
                </a:solidFill>
                <a:latin typeface="URWPalladioL-Roma"/>
              </a:rPr>
              <a:t>2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9E8342-EF90-B934-26D6-A85FF52F0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582089"/>
            <a:ext cx="11771623" cy="37623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5ECBE7-43E0-ABE8-ED43-95DA65F511D5}"/>
              </a:ext>
            </a:extLst>
          </p:cNvPr>
          <p:cNvSpPr txBox="1"/>
          <p:nvPr/>
        </p:nvSpPr>
        <p:spPr>
          <a:xfrm>
            <a:off x="5486400" y="6392089"/>
            <a:ext cx="2505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2</a:t>
            </a:r>
          </a:p>
        </p:txBody>
      </p:sp>
    </p:spTree>
    <p:extLst>
      <p:ext uri="{BB962C8B-B14F-4D97-AF65-F5344CB8AC3E}">
        <p14:creationId xmlns:p14="http://schemas.microsoft.com/office/powerpoint/2010/main" val="810965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84DF6C-DE54-C17A-D68C-356D44F33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5535" y="391311"/>
            <a:ext cx="8110728" cy="457200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1" i="0" u="none" strike="noStrike" baseline="0" dirty="0">
                <a:latin typeface="URWPalladioL-Bold"/>
              </a:rPr>
              <a:t>Model Building</a:t>
            </a:r>
            <a:endParaRPr lang="en-US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00E452-3EB0-2DB1-0CDF-995B9BC7E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126" y="1130431"/>
            <a:ext cx="12009748" cy="5533534"/>
          </a:xfrm>
        </p:spPr>
        <p:txBody>
          <a:bodyPr/>
          <a:lstStyle/>
          <a:p>
            <a:pPr algn="l"/>
            <a:r>
              <a:rPr lang="en-US" sz="1800" b="0" i="0" u="none" strike="noStrike" baseline="0" dirty="0">
                <a:latin typeface="URWPalladioL-Roma"/>
              </a:rPr>
              <a:t>The modelling process consists in selecting models that are based on various machine learning</a:t>
            </a:r>
          </a:p>
          <a:p>
            <a:pPr algn="l"/>
            <a:r>
              <a:rPr lang="en-US" sz="1800" b="0" i="0" u="none" strike="noStrike" baseline="0" dirty="0">
                <a:latin typeface="URWPalladioL-Roma"/>
              </a:rPr>
              <a:t>techniques used in the experimentation. In this case various predictive models were used such as</a:t>
            </a:r>
          </a:p>
          <a:p>
            <a:pPr algn="l"/>
            <a:r>
              <a:rPr lang="en-US" sz="1800" b="0" i="0" u="none" strike="noStrike" baseline="0" dirty="0">
                <a:latin typeface="URWPalladioL-Roma"/>
              </a:rPr>
              <a:t>those based on decision tree, Bayesian method, logistic regression and SVM. The goal is to identify the</a:t>
            </a:r>
          </a:p>
          <a:p>
            <a:pPr algn="l"/>
            <a:r>
              <a:rPr lang="en-US" sz="1800" b="0" i="0" u="none" strike="noStrike" baseline="0" dirty="0">
                <a:latin typeface="URWPalladioL-Roma"/>
              </a:rPr>
              <a:t>best classifier for the </a:t>
            </a:r>
            <a:r>
              <a:rPr lang="en-US" sz="1800" b="0" i="0" u="none" strike="noStrike" baseline="0" dirty="0" err="1">
                <a:latin typeface="URWPalladioL-Roma"/>
              </a:rPr>
              <a:t>analysed</a:t>
            </a:r>
            <a:r>
              <a:rPr lang="en-US" sz="1800" b="0" i="0" u="none" strike="noStrike" baseline="0" dirty="0">
                <a:latin typeface="URWPalladioL-Roma"/>
              </a:rPr>
              <a:t> problem. Each classifier must therefore be trained on the featured set</a:t>
            </a:r>
          </a:p>
          <a:p>
            <a:pPr algn="l"/>
            <a:r>
              <a:rPr lang="en-US" sz="1800" b="0" i="0" u="none" strike="noStrike" baseline="0" dirty="0">
                <a:latin typeface="URWPalladioL-Roma"/>
              </a:rPr>
              <a:t>and the classifier with the best classification results is used for prediction. The classification algorithms</a:t>
            </a:r>
          </a:p>
          <a:p>
            <a:pPr algn="l"/>
            <a:r>
              <a:rPr lang="en-US" sz="1800" b="0" i="0" u="none" strike="noStrike" baseline="0" dirty="0">
                <a:latin typeface="URWPalladioL-Roma"/>
              </a:rPr>
              <a:t>taken into consideration are:</a:t>
            </a:r>
          </a:p>
          <a:p>
            <a:pPr algn="l"/>
            <a:r>
              <a:rPr lang="en-US" sz="1800" b="0" i="0" u="none" strike="noStrike" baseline="0" dirty="0">
                <a:latin typeface="URWPalladioL-Roma"/>
              </a:rPr>
              <a:t>• Gaussian Naive Bayes,</a:t>
            </a:r>
          </a:p>
          <a:p>
            <a:pPr algn="l"/>
            <a:r>
              <a:rPr lang="en-US" sz="1800" b="0" i="0" u="none" strike="noStrike" baseline="0" dirty="0">
                <a:latin typeface="URWPalladioL-Roma"/>
              </a:rPr>
              <a:t>• Naive Bayes classifier for multivariate Bernoulli models,</a:t>
            </a:r>
          </a:p>
          <a:p>
            <a:pPr algn="l"/>
            <a:r>
              <a:rPr lang="en-US" sz="1800" b="0" i="0" u="none" strike="noStrike" baseline="0" dirty="0">
                <a:latin typeface="URWPalladioL-Roma"/>
              </a:rPr>
              <a:t>• Logistic Regression classifier,</a:t>
            </a:r>
          </a:p>
          <a:p>
            <a:pPr algn="l"/>
            <a:r>
              <a:rPr lang="en-US" sz="1800" b="0" i="0" u="none" strike="noStrike" baseline="0" dirty="0">
                <a:latin typeface="URWPalladioL-Roma"/>
              </a:rPr>
              <a:t>• K-nearest </a:t>
            </a:r>
            <a:r>
              <a:rPr lang="en-US" sz="1800" b="0" i="0" u="none" strike="noStrike" baseline="0" dirty="0" err="1">
                <a:latin typeface="URWPalladioL-Roma"/>
              </a:rPr>
              <a:t>neighbours</a:t>
            </a:r>
            <a:r>
              <a:rPr lang="en-US" sz="1800" b="0" i="0" u="none" strike="noStrike" baseline="0" dirty="0">
                <a:latin typeface="URWPalladioL-Roma"/>
              </a:rPr>
              <a:t> (K-NN),</a:t>
            </a:r>
          </a:p>
          <a:p>
            <a:pPr algn="l"/>
            <a:r>
              <a:rPr lang="en-US" sz="1800" b="0" i="0" u="none" strike="noStrike" baseline="0" dirty="0">
                <a:latin typeface="URWPalladioL-Roma"/>
              </a:rPr>
              <a:t>• Decision tree classifier,</a:t>
            </a:r>
          </a:p>
          <a:p>
            <a:pPr algn="l"/>
            <a:r>
              <a:rPr lang="en-US" sz="1800" b="0" i="0" u="none" strike="noStrike" baseline="0" dirty="0">
                <a:latin typeface="URWPalladioL-Roma"/>
              </a:rPr>
              <a:t>• Random forest classifier,</a:t>
            </a:r>
          </a:p>
          <a:p>
            <a:pPr algn="l"/>
            <a:r>
              <a:rPr lang="fr-FR" sz="1800" b="0" i="0" u="none" strike="noStrike" baseline="0" dirty="0">
                <a:latin typeface="URWPalladioL-Roma"/>
              </a:rPr>
              <a:t>• Support </a:t>
            </a:r>
            <a:r>
              <a:rPr lang="fr-FR" sz="1800" b="0" i="0" u="none" strike="noStrike" baseline="0" dirty="0" err="1">
                <a:latin typeface="URWPalladioL-Roma"/>
              </a:rPr>
              <a:t>Vector</a:t>
            </a:r>
            <a:r>
              <a:rPr lang="fr-FR" sz="1800" b="0" i="0" u="none" strike="noStrike" baseline="0" dirty="0">
                <a:latin typeface="URWPalladioL-Roma"/>
              </a:rPr>
              <a:t> Machines (SVM) classification,</a:t>
            </a:r>
          </a:p>
          <a:p>
            <a:pPr algn="l"/>
            <a:r>
              <a:rPr lang="en-US" sz="1800" b="0" i="0" u="none" strike="noStrike" baseline="0" dirty="0">
                <a:latin typeface="URWPalladioL-Roma"/>
              </a:rPr>
              <a:t>• Linear Support Vector Machines (LSVM) classification.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069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1B8913-E264-CFA7-B81F-F0CD7C787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109" y="273377"/>
            <a:ext cx="10878532" cy="6584623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After identifying the objectives and adequately preparing and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URWPalladioL-Roma"/>
              </a:rPr>
              <a:t>analysing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 the dataset to be used,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we proceeded with the design of the prediction model to identify employees that would potentially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leave the company. In the construction phase of a model that implements a supervised learning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algorithm, it was necessary to have a training-set available that consisted of instances of an already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classified population (target), in order to train the model to classify new observations, which will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constitute the test-set (in which the attribute representing the class was missing). Then, the model must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be trained on a consistent number of observations in order to refine its prediction ability. The precision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of the machine learning algorithms increases with the amount of data available during training. Ideally,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one would have two distinct datasets: one for training and a second to be used as a test. As two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dedicated datasets were not available in this case, the original dataset was divided into two parts with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a 70:30 ratio, one used for training and one used for testing (see Figure </a:t>
            </a:r>
            <a:r>
              <a:rPr lang="en-US" sz="1800" b="0" i="0" u="none" strike="noStrike" baseline="0" dirty="0">
                <a:solidFill>
                  <a:srgbClr val="0875B8"/>
                </a:solidFill>
                <a:latin typeface="URWPalladioL-Roma"/>
              </a:rPr>
              <a:t>12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RWPalladioL-Roma"/>
              </a:rPr>
              <a:t>):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668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F6DEEC-7B3F-F80B-FA1B-DCBF4DF1D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113" y="122550"/>
            <a:ext cx="11877773" cy="2211136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800" b="0" i="0" u="none" strike="noStrike" baseline="0" dirty="0">
                <a:latin typeface="URWPalladioL-Roma"/>
              </a:rPr>
              <a:t>Train set contained 70% of the dataset. This information was dedicated to the training phase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800" b="0" i="0" u="none" strike="noStrike" baseline="0" dirty="0">
                <a:latin typeface="URWPalladioL-Roma"/>
              </a:rPr>
              <a:t>in order to allow the model to learn the relationships hidden in the data; the train-set contains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800" b="0" i="0" u="none" strike="noStrike" baseline="0" dirty="0">
                <a:latin typeface="URWPalladioL-Roma"/>
              </a:rPr>
              <a:t>1029 observations;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800" b="0" i="0" u="none" strike="noStrike" baseline="0" dirty="0">
                <a:latin typeface="URWPalladioL-Roma"/>
              </a:rPr>
              <a:t>• Test set contained the remaining 30%. This information was dedicated to the test and validation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800" b="0" i="0" u="none" strike="noStrike" baseline="0" dirty="0">
                <a:latin typeface="URWPalladioL-Roma"/>
              </a:rPr>
              <a:t>phase in order to evaluate the general performance of the model and to calculate errors between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800" b="0" i="0" u="none" strike="noStrike" baseline="0" dirty="0">
                <a:latin typeface="URWPalladioL-Roma"/>
              </a:rPr>
              <a:t>predicted and actual results; the test-set contains 441 observations.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A33965-FD8B-84DC-56FA-D8E67E6AC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5233" y="2488677"/>
            <a:ext cx="6576767" cy="436932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6233E6-2706-3ACE-7116-94792A910623}"/>
              </a:ext>
            </a:extLst>
          </p:cNvPr>
          <p:cNvSpPr txBox="1"/>
          <p:nvPr/>
        </p:nvSpPr>
        <p:spPr>
          <a:xfrm>
            <a:off x="43992" y="2333685"/>
            <a:ext cx="552724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URWPalladioL-Roma"/>
              </a:rPr>
              <a:t>In addition, the newly created train and test datasets were further divided to extract the target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URWPalladioL-Roma"/>
              </a:rPr>
              <a:t>variable (“Attrition”); the label was stored in a dedicated dataset (y) separating it from the dataset (X)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URWPalladioL-Roma"/>
              </a:rPr>
              <a:t>containing the rest of the variables: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URWPalladioL-Roma"/>
              </a:rPr>
              <a:t>• X, containing all independent variables;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URWPalladioL-Roma"/>
              </a:rPr>
              <a:t>• y, containing the dependent variable, i.e., “Attrition”;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URWPalladioL-Roma"/>
              </a:rPr>
              <a:t>When evaluating the performance of a model, it is important to perform independent evaluation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URWPalladioL-Roma"/>
              </a:rPr>
              <a:t>tests and to use multiple observations in assessment in order to obtain more reliable and accurate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URWPalladioL-Roma"/>
              </a:rPr>
              <a:t>indicators of errors. Therefore, we adopted the following two techniques for a better error estimation: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787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9856F-92A5-9936-EAA5-B01FC81B4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Quarterly performance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E31DF-7A65-925F-3A83-F62DFCE2A22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4DDCD-707A-A5D7-B2C6-B463856CE2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6" name="Content Placeholder 5" descr="Bar chart">
            <a:extLst>
              <a:ext uri="{FF2B5EF4-FFF2-40B4-BE49-F238E27FC236}">
                <a16:creationId xmlns:a16="http://schemas.microsoft.com/office/drawing/2014/main" id="{0C13AF58-0A57-17B6-8A17-FFB296CEA9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1222039"/>
              </p:ext>
            </p:extLst>
          </p:nvPr>
        </p:nvGraphicFramePr>
        <p:xfrm>
          <a:off x="1295400" y="1855788"/>
          <a:ext cx="9820275" cy="4352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63875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9D63F-F67D-B1A6-9772-28B26C238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Areas of growth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ADF85-A479-7797-B775-BEC73548423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73E4D-D096-DA02-6E8D-C161D57C29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0A0DC889-C77D-3D3E-D081-3D572EC949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002472"/>
              </p:ext>
            </p:extLst>
          </p:nvPr>
        </p:nvGraphicFramePr>
        <p:xfrm>
          <a:off x="1181260" y="1746250"/>
          <a:ext cx="9829480" cy="4422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896">
                  <a:extLst>
                    <a:ext uri="{9D8B030D-6E8A-4147-A177-3AD203B41FA5}">
                      <a16:colId xmlns:a16="http://schemas.microsoft.com/office/drawing/2014/main" val="1689330750"/>
                    </a:ext>
                  </a:extLst>
                </a:gridCol>
                <a:gridCol w="1965896">
                  <a:extLst>
                    <a:ext uri="{9D8B030D-6E8A-4147-A177-3AD203B41FA5}">
                      <a16:colId xmlns:a16="http://schemas.microsoft.com/office/drawing/2014/main" val="2660631934"/>
                    </a:ext>
                  </a:extLst>
                </a:gridCol>
                <a:gridCol w="1965896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  <a:gridCol w="1965896">
                  <a:extLst>
                    <a:ext uri="{9D8B030D-6E8A-4147-A177-3AD203B41FA5}">
                      <a16:colId xmlns:a16="http://schemas.microsoft.com/office/drawing/2014/main" val="1603189107"/>
                    </a:ext>
                  </a:extLst>
                </a:gridCol>
                <a:gridCol w="1965896">
                  <a:extLst>
                    <a:ext uri="{9D8B030D-6E8A-4147-A177-3AD203B41FA5}">
                      <a16:colId xmlns:a16="http://schemas.microsoft.com/office/drawing/2014/main" val="2755691855"/>
                    </a:ext>
                  </a:extLst>
                </a:gridCol>
              </a:tblGrid>
              <a:tr h="884555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cap="all" spc="200" baseline="0" dirty="0">
                          <a:solidFill>
                            <a:schemeClr val="tx1"/>
                          </a:solidFill>
                          <a:latin typeface="Posterama" panose="020B0504020200020000" pitchFamily="34" charset="0"/>
                        </a:rPr>
                        <a:t>2022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cap="all" spc="200" baseline="0" dirty="0">
                          <a:solidFill>
                            <a:schemeClr val="tx1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B2B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cap="all" spc="200" baseline="0" dirty="0">
                          <a:solidFill>
                            <a:schemeClr val="tx1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Supply chain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cap="all" spc="200" baseline="0" dirty="0">
                          <a:solidFill>
                            <a:schemeClr val="tx1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ROI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cap="all" spc="200" baseline="0" dirty="0">
                          <a:solidFill>
                            <a:schemeClr val="tx1"/>
                          </a:solidFill>
                          <a:latin typeface="Posterama" panose="020B0504020200020000" pitchFamily="34" charset="0"/>
                          <a:cs typeface="Posterama" panose="020B0504020200020000" pitchFamily="34" charset="0"/>
                        </a:rPr>
                        <a:t>E-commerce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884555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Daytona Pro Condensed Light" panose="020B0306030503040204" pitchFamily="34" charset="0"/>
                        </a:rPr>
                        <a:t>Q1</a:t>
                      </a:r>
                    </a:p>
                  </a:txBody>
                  <a:tcPr anchor="ctr">
                    <a:solidFill>
                      <a:schemeClr val="accent2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Daytona Pro Condensed Light" panose="020B0306030503040204" pitchFamily="34" charset="0"/>
                        </a:rPr>
                        <a:t>4.5</a:t>
                      </a:r>
                    </a:p>
                  </a:txBody>
                  <a:tcPr anchor="ctr">
                    <a:solidFill>
                      <a:schemeClr val="accent2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Daytona Pro Condensed Light" panose="020B0306030503040204" pitchFamily="34" charset="0"/>
                        </a:rPr>
                        <a:t>2.3</a:t>
                      </a:r>
                    </a:p>
                  </a:txBody>
                  <a:tcPr anchor="ctr">
                    <a:solidFill>
                      <a:schemeClr val="accent2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Daytona Pro Condensed Light" panose="020B0306030503040204" pitchFamily="34" charset="0"/>
                        </a:rPr>
                        <a:t>1.7</a:t>
                      </a:r>
                    </a:p>
                  </a:txBody>
                  <a:tcPr anchor="ctr">
                    <a:solidFill>
                      <a:schemeClr val="accent2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Daytona Pro Condensed Light" panose="020B0306030503040204" pitchFamily="34" charset="0"/>
                        </a:rPr>
                        <a:t>5.0</a:t>
                      </a:r>
                    </a:p>
                  </a:txBody>
                  <a:tcPr anchor="ctr">
                    <a:solidFill>
                      <a:schemeClr val="accent2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  <a:tr h="884555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Daytona Pro Condensed Light" panose="020B0306030503040204" pitchFamily="34" charset="0"/>
                        </a:rPr>
                        <a:t>Q2</a:t>
                      </a:r>
                    </a:p>
                  </a:txBody>
                  <a:tcPr anchor="ctr"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Daytona Pro Condensed Light" panose="020B0306030503040204" pitchFamily="34" charset="0"/>
                        </a:rPr>
                        <a:t>3.2</a:t>
                      </a:r>
                    </a:p>
                  </a:txBody>
                  <a:tcPr anchor="ctr"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Daytona Pro Condensed Light" panose="020B0306030503040204" pitchFamily="34" charset="0"/>
                        </a:rPr>
                        <a:t>5.1</a:t>
                      </a:r>
                    </a:p>
                  </a:txBody>
                  <a:tcPr anchor="ctr"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Daytona Pro Condensed Light" panose="020B0306030503040204" pitchFamily="34" charset="0"/>
                        </a:rPr>
                        <a:t>4.4</a:t>
                      </a:r>
                    </a:p>
                  </a:txBody>
                  <a:tcPr anchor="ctr"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Daytona Pro Condensed Light" panose="020B0306030503040204" pitchFamily="34" charset="0"/>
                        </a:rPr>
                        <a:t>3.0</a:t>
                      </a:r>
                    </a:p>
                  </a:txBody>
                  <a:tcPr anchor="ctr">
                    <a:solidFill>
                      <a:schemeClr val="accent1"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243071"/>
                  </a:ext>
                </a:extLst>
              </a:tr>
              <a:tr h="884555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Daytona Pro Condensed Light" panose="020B0306030503040204" pitchFamily="34" charset="0"/>
                        </a:rPr>
                        <a:t>Q3</a:t>
                      </a:r>
                    </a:p>
                  </a:txBody>
                  <a:tcPr anchor="ctr">
                    <a:solidFill>
                      <a:schemeClr val="accent2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Daytona Pro Condensed Light" panose="020B0306030503040204" pitchFamily="34" charset="0"/>
                        </a:rPr>
                        <a:t>2.1</a:t>
                      </a:r>
                    </a:p>
                  </a:txBody>
                  <a:tcPr anchor="ctr">
                    <a:solidFill>
                      <a:schemeClr val="accent2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Daytona Pro Condensed Light" panose="020B0306030503040204" pitchFamily="34" charset="0"/>
                        </a:rPr>
                        <a:t>1.7</a:t>
                      </a:r>
                    </a:p>
                  </a:txBody>
                  <a:tcPr anchor="ctr">
                    <a:solidFill>
                      <a:schemeClr val="accent2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Daytona Pro Condensed Light" panose="020B0306030503040204" pitchFamily="34" charset="0"/>
                        </a:rPr>
                        <a:t>2.5</a:t>
                      </a:r>
                    </a:p>
                  </a:txBody>
                  <a:tcPr marL="0" marR="0" marT="0" marB="0" anchor="ctr">
                    <a:solidFill>
                      <a:schemeClr val="accent2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Daytona Pro Condensed Light" panose="020B0306030503040204" pitchFamily="34" charset="0"/>
                        </a:rPr>
                        <a:t>2.8</a:t>
                      </a:r>
                    </a:p>
                  </a:txBody>
                  <a:tcPr anchor="ctr">
                    <a:solidFill>
                      <a:schemeClr val="accent2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08797"/>
                  </a:ext>
                </a:extLst>
              </a:tr>
              <a:tr h="884555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Daytona Pro Condensed Light" panose="020B0306030503040204" pitchFamily="34" charset="0"/>
                        </a:rPr>
                        <a:t>Q4</a:t>
                      </a:r>
                    </a:p>
                  </a:txBody>
                  <a:tcPr anchor="ctr"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Daytona Pro Condensed Light" panose="020B0306030503040204" pitchFamily="34" charset="0"/>
                        </a:rPr>
                        <a:t>4.5</a:t>
                      </a:r>
                    </a:p>
                  </a:txBody>
                  <a:tcPr anchor="ctr"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Daytona Pro Condensed Light" panose="020B0306030503040204" pitchFamily="34" charset="0"/>
                        </a:rPr>
                        <a:t>2.2</a:t>
                      </a:r>
                    </a:p>
                  </a:txBody>
                  <a:tcPr anchor="ctr"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Daytona Pro Condensed Light" panose="020B0306030503040204" pitchFamily="34" charset="0"/>
                        </a:rPr>
                        <a:t>1.7</a:t>
                      </a:r>
                    </a:p>
                  </a:txBody>
                  <a:tcPr anchor="ctr"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Daytona Pro Condensed Light" panose="020B0306030503040204" pitchFamily="34" charset="0"/>
                        </a:rPr>
                        <a:t>7.0</a:t>
                      </a:r>
                    </a:p>
                  </a:txBody>
                  <a:tcPr anchor="ctr">
                    <a:solidFill>
                      <a:schemeClr val="accent1">
                        <a:alpha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50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9358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Test tubes with one test tube in orange with drops">
            <a:extLst>
              <a:ext uri="{FF2B5EF4-FFF2-40B4-BE49-F238E27FC236}">
                <a16:creationId xmlns:a16="http://schemas.microsoft.com/office/drawing/2014/main" id="{B085A606-2989-65E2-7F4F-7E3355B7763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3927EA-A6AD-97BC-1ADB-6D8D1A4FC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“Business opportunities are like buses.</a:t>
            </a:r>
            <a:br>
              <a:rPr lang="en-US" dirty="0"/>
            </a:br>
            <a:r>
              <a:rPr lang="en-US" dirty="0"/>
              <a:t>There’s always another one coming.”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67D9C04C-425B-8D00-23BB-5E9C397029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Richard Branson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8B5CE3-4B9A-F4CE-7CFA-737572BD352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53FD9C-E800-BC25-A5D0-315AB602F4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855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A45141-45F1-0A77-FE4E-CBCA53A2B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Plan for </a:t>
            </a:r>
            <a:br>
              <a:rPr lang="en-US" sz="4800" dirty="0"/>
            </a:br>
            <a:r>
              <a:rPr lang="en-US" sz="4800" dirty="0"/>
              <a:t>product launch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8A8D9-0655-E1FF-7DED-F2EC492D6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56D8AC-E390-DBD3-E5E6-5C36EE1E422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planning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09179A7-F937-7895-8FC1-19E3BCFE6A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Synergize scalable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e-commerce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5462C4A-E218-EEFA-1C3B-FC78BE89004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marketing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E48D88-9438-AF74-9E7B-54985E0231C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Disseminate standardized metrics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4554076-E5E4-8026-26DB-B67E2F12CFD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design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AE8038A-B730-4711-D7B5-851B7FAAD8A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Coordinate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e-business applications</a:t>
            </a:r>
          </a:p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57CF821-3BB7-EAAC-D7BB-89DCEE25079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strategy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08185AA-496A-A5EB-3328-97A615D131B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Foster holistically superior methodologies</a:t>
            </a:r>
          </a:p>
          <a:p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7831CC4-0B09-14AA-184F-D3ECC41DECE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Launch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511B12E-ED27-B573-2E5E-DBA687F9987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Deploy strategic networks with compelling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e-business needs</a:t>
            </a:r>
          </a:p>
          <a:p>
            <a:endParaRPr lang="en-US" dirty="0"/>
          </a:p>
        </p:txBody>
      </p:sp>
      <p:pic>
        <p:nvPicPr>
          <p:cNvPr id="16" name="Content Placeholder 25" descr="Microscopic view of a suspended bubble-like material with water in it">
            <a:extLst>
              <a:ext uri="{FF2B5EF4-FFF2-40B4-BE49-F238E27FC236}">
                <a16:creationId xmlns:a16="http://schemas.microsoft.com/office/drawing/2014/main" id="{B083ED63-584D-2579-2721-B716F3BC8F6B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>
          <a:blip r:embed="rId2">
            <a:alphaModFix amt="70000"/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175250"/>
            <a:ext cx="12188825" cy="1682750"/>
          </a:xfrm>
          <a:custGeom>
            <a:avLst/>
            <a:gdLst>
              <a:gd name="connsiteX0" fmla="*/ 0 w 12192000"/>
              <a:gd name="connsiteY0" fmla="*/ 0 h 1588010"/>
              <a:gd name="connsiteX1" fmla="*/ 12192000 w 12192000"/>
              <a:gd name="connsiteY1" fmla="*/ 0 h 1588010"/>
              <a:gd name="connsiteX2" fmla="*/ 12192000 w 12192000"/>
              <a:gd name="connsiteY2" fmla="*/ 1588010 h 1588010"/>
              <a:gd name="connsiteX3" fmla="*/ 0 w 12192000"/>
              <a:gd name="connsiteY3" fmla="*/ 1588010 h 1588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1588010">
                <a:moveTo>
                  <a:pt x="0" y="0"/>
                </a:moveTo>
                <a:lnTo>
                  <a:pt x="12192000" y="0"/>
                </a:lnTo>
                <a:lnTo>
                  <a:pt x="12192000" y="1588010"/>
                </a:lnTo>
                <a:lnTo>
                  <a:pt x="0" y="1588010"/>
                </a:lnTo>
                <a:close/>
              </a:path>
            </a:pathLst>
          </a:custGeom>
          <a:solidFill>
            <a:schemeClr val="accent2"/>
          </a:solidFill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488A0F8-E720-D31B-750D-634FA849B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49224" y="5172458"/>
            <a:ext cx="0" cy="6187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EE887-A172-F01E-98D1-8781769CBE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450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5327E6-13FB-2F71-A207-72E15A013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</a:t>
            </a:r>
          </a:p>
        </p:txBody>
      </p:sp>
      <p:pic>
        <p:nvPicPr>
          <p:cNvPr id="21" name="Content Placeholder 25" descr="Test tubes with one test tube in orange with drops">
            <a:extLst>
              <a:ext uri="{FF2B5EF4-FFF2-40B4-BE49-F238E27FC236}">
                <a16:creationId xmlns:a16="http://schemas.microsoft.com/office/drawing/2014/main" id="{FE365C49-5FBF-04F7-2612-59A6D6F84C37}"/>
              </a:ext>
            </a:extLst>
          </p:cNvPr>
          <p:cNvPicPr>
            <a:picLocks noGrp="1" noChangeAspect="1"/>
          </p:cNvPicPr>
          <p:nvPr>
            <p:ph type="pic" sz="quarter" idx="30"/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6BA20C7-F48C-429D-2FA7-B7B83A800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0"/>
            <a:ext cx="2285995" cy="1685542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8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E788E-706D-5D5C-B17F-51759A2CC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19E8E-7F0D-C4E6-CC87-3F8B896EF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82" name="Text Placeholder 81">
            <a:extLst>
              <a:ext uri="{FF2B5EF4-FFF2-40B4-BE49-F238E27FC236}">
                <a16:creationId xmlns:a16="http://schemas.microsoft.com/office/drawing/2014/main" id="{2E1F38AB-E038-4CD1-618A-52B12F7A4BB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A77C80-D935-F537-F818-8C03F02AF5D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Sep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E703999-0627-E209-2471-30DBE4AD3C4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lvl="0"/>
            <a:r>
              <a:rPr lang="en-US" dirty="0"/>
              <a:t>Synergize scalable </a:t>
            </a:r>
          </a:p>
          <a:p>
            <a:pPr lvl="0"/>
            <a:r>
              <a:rPr lang="en-US" dirty="0"/>
              <a:t>e-commerce</a:t>
            </a:r>
          </a:p>
          <a:p>
            <a:endParaRPr lang="en-US" dirty="0"/>
          </a:p>
        </p:txBody>
      </p:sp>
      <p:sp>
        <p:nvSpPr>
          <p:cNvPr id="81" name="Text Placeholder 80">
            <a:extLst>
              <a:ext uri="{FF2B5EF4-FFF2-40B4-BE49-F238E27FC236}">
                <a16:creationId xmlns:a16="http://schemas.microsoft.com/office/drawing/2014/main" id="{F670FB6E-8396-CF15-B901-347F21C0662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9A58C4-B167-911B-151E-289752AE22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oct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EC4B8C-DA99-ED1F-A340-C03D85FEEB1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lvl="0"/>
            <a:r>
              <a:rPr lang="en-US" dirty="0"/>
              <a:t>Disseminate standardized </a:t>
            </a:r>
          </a:p>
          <a:p>
            <a:pPr lvl="0"/>
            <a:r>
              <a:rPr lang="en-US" dirty="0"/>
              <a:t>metrics</a:t>
            </a:r>
          </a:p>
          <a:p>
            <a:endParaRPr lang="en-US" dirty="0"/>
          </a:p>
        </p:txBody>
      </p:sp>
      <p:sp>
        <p:nvSpPr>
          <p:cNvPr id="83" name="Text Placeholder 82">
            <a:extLst>
              <a:ext uri="{FF2B5EF4-FFF2-40B4-BE49-F238E27FC236}">
                <a16:creationId xmlns:a16="http://schemas.microsoft.com/office/drawing/2014/main" id="{D1FC7473-B976-1C94-F51C-63C1354C688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E2FC2AA-1AF5-2B4E-0A3F-ADBC8EED82A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nov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F88EBF3-B74B-2BAE-FD85-77076F5567F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lvl="0"/>
            <a:r>
              <a:rPr lang="en-US" dirty="0"/>
              <a:t>Coordinate </a:t>
            </a:r>
          </a:p>
          <a:p>
            <a:pPr lvl="0"/>
            <a:r>
              <a:rPr lang="en-US" dirty="0"/>
              <a:t>e-business applications</a:t>
            </a:r>
          </a:p>
          <a:p>
            <a:endParaRPr lang="en-US" dirty="0"/>
          </a:p>
        </p:txBody>
      </p:sp>
      <p:sp>
        <p:nvSpPr>
          <p:cNvPr id="84" name="Text Placeholder 83">
            <a:extLst>
              <a:ext uri="{FF2B5EF4-FFF2-40B4-BE49-F238E27FC236}">
                <a16:creationId xmlns:a16="http://schemas.microsoft.com/office/drawing/2014/main" id="{3FE9BB50-1FAA-348B-F236-D51B9527BE3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E29500-4B8C-7CD9-C95A-3169C7062B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dec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4E8877F-2403-58C2-433E-44261470080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Foster holistically superior methodologies</a:t>
            </a:r>
          </a:p>
          <a:p>
            <a:endParaRPr lang="en-US" dirty="0"/>
          </a:p>
        </p:txBody>
      </p:sp>
      <p:sp>
        <p:nvSpPr>
          <p:cNvPr id="85" name="Text Placeholder 84">
            <a:extLst>
              <a:ext uri="{FF2B5EF4-FFF2-40B4-BE49-F238E27FC236}">
                <a16:creationId xmlns:a16="http://schemas.microsoft.com/office/drawing/2014/main" id="{158572BB-F863-F698-0C6D-57D4F3772E5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9A6F37A-B065-126D-BAD3-C956D8BD871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dirty="0"/>
              <a:t>jan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AE2A7F3-EC70-CDB1-A10E-1EEDBFBDD5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lvl="0"/>
            <a:r>
              <a:rPr lang="en-US" dirty="0"/>
              <a:t>Deploy strategic networks with compelling </a:t>
            </a:r>
          </a:p>
          <a:p>
            <a:pPr lvl="0"/>
            <a:r>
              <a:rPr lang="en-US" dirty="0"/>
              <a:t>e-business needs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882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White DNA structure">
            <a:extLst>
              <a:ext uri="{FF2B5EF4-FFF2-40B4-BE49-F238E27FC236}">
                <a16:creationId xmlns:a16="http://schemas.microsoft.com/office/drawing/2014/main" id="{6D8705D1-EA1F-3113-ABE0-EC474D1F18DA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19" name="Title 18">
            <a:extLst>
              <a:ext uri="{FF2B5EF4-FFF2-40B4-BE49-F238E27FC236}">
                <a16:creationId xmlns:a16="http://schemas.microsoft.com/office/drawing/2014/main" id="{1130D679-D78E-1F15-EC3D-4BED6D69B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</a:t>
            </a:r>
          </a:p>
        </p:txBody>
      </p:sp>
      <p:pic>
        <p:nvPicPr>
          <p:cNvPr id="22" name="Picture Placeholder 25" descr="Bacteria cultured in a petri dish for a laboratory or a scientific investigation">
            <a:extLst>
              <a:ext uri="{FF2B5EF4-FFF2-40B4-BE49-F238E27FC236}">
                <a16:creationId xmlns:a16="http://schemas.microsoft.com/office/drawing/2014/main" id="{862BA3D8-52E1-692C-F244-F7882DAD228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</p:spTree>
    <p:extLst>
      <p:ext uri="{BB962C8B-B14F-4D97-AF65-F5344CB8AC3E}">
        <p14:creationId xmlns:p14="http://schemas.microsoft.com/office/powerpoint/2010/main" val="3334127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-Discovery_Win32_EF_v4" id="{D94798B6-E450-4518-8015-6EE17CD1412B}" vid="{16A04E6B-C80A-471C-86D6-D49E9EAD763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746342-5E84-430E-9251-61001F208E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E8B3377-22F1-4153-96F0-CC2E4BE41C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B2FABB-45EC-440E-B647-8CA57BA45A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{8A7DC936-EAFE-424E-8B26-5B1969C1B365}tf67061901_win32</Template>
  <TotalTime>231</TotalTime>
  <Words>1453</Words>
  <Application>Microsoft Office PowerPoint</Application>
  <PresentationFormat>Widescreen</PresentationFormat>
  <Paragraphs>187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Arial</vt:lpstr>
      <vt:lpstr>Calibri</vt:lpstr>
      <vt:lpstr>Daytona Condensed Light</vt:lpstr>
      <vt:lpstr>Daytona Pro Condensed Light</vt:lpstr>
      <vt:lpstr>Posterama</vt:lpstr>
      <vt:lpstr>Symbol</vt:lpstr>
      <vt:lpstr>TimesNewRoman</vt:lpstr>
      <vt:lpstr>TimesNewRoman,Italic</vt:lpstr>
      <vt:lpstr>URWPalladioL-Bold</vt:lpstr>
      <vt:lpstr>URWPalladioL-Roma</vt:lpstr>
      <vt:lpstr>Wingdings</vt:lpstr>
      <vt:lpstr>Office Theme</vt:lpstr>
      <vt:lpstr>HR analetics </vt:lpstr>
      <vt:lpstr>Agenda</vt:lpstr>
      <vt:lpstr>Introduction</vt:lpstr>
      <vt:lpstr>Problem </vt:lpstr>
      <vt:lpstr>TERMINOLOGY </vt:lpstr>
      <vt:lpstr>PowerPoint Presentation</vt:lpstr>
      <vt:lpstr>Phases of the analysis process</vt:lpstr>
      <vt:lpstr>PowerPoint Presentation</vt:lpstr>
      <vt:lpstr>Data Exploration </vt:lpstr>
      <vt:lpstr>Model Building</vt:lpstr>
      <vt:lpstr>PowerPoint Presentation</vt:lpstr>
      <vt:lpstr>PowerPoint Presentation</vt:lpstr>
      <vt:lpstr>Quarterly performance</vt:lpstr>
      <vt:lpstr>Areas of growth</vt:lpstr>
      <vt:lpstr>“Business opportunities are like buses. There’s always another one coming.”</vt:lpstr>
      <vt:lpstr>Plan for  product launch</vt:lpstr>
      <vt:lpstr>Timeline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analetics</dc:title>
  <dc:creator>dhananjay aware</dc:creator>
  <cp:lastModifiedBy>dhananjay aware</cp:lastModifiedBy>
  <cp:revision>1</cp:revision>
  <dcterms:created xsi:type="dcterms:W3CDTF">2024-01-04T16:07:02Z</dcterms:created>
  <dcterms:modified xsi:type="dcterms:W3CDTF">2024-01-04T19:58:53Z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